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Trispace"/>
      <p:regular r:id="rId19"/>
      <p:bold r:id="rId20"/>
    </p:embeddedFont>
    <p:embeddedFont>
      <p:font typeface="Bebas Neue"/>
      <p:regular r:id="rId21"/>
    </p:embeddedFont>
    <p:embeddedFont>
      <p:font typeface="Maven Pro"/>
      <p:regular r:id="rId22"/>
      <p:bold r:id="rId23"/>
    </p:embeddedFont>
    <p:embeddedFont>
      <p:font typeface="PT Sans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rispace-bold.fntdata"/><Relationship Id="rId22" Type="http://schemas.openxmlformats.org/officeDocument/2006/relationships/font" Target="fonts/MavenPro-regular.fntdata"/><Relationship Id="rId21" Type="http://schemas.openxmlformats.org/officeDocument/2006/relationships/font" Target="fonts/BebasNeue-regular.fntdata"/><Relationship Id="rId24" Type="http://schemas.openxmlformats.org/officeDocument/2006/relationships/font" Target="fonts/PTSans-regular.fntdata"/><Relationship Id="rId23" Type="http://schemas.openxmlformats.org/officeDocument/2006/relationships/font" Target="fonts/MavenPr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TSans-italic.fntdata"/><Relationship Id="rId25" Type="http://schemas.openxmlformats.org/officeDocument/2006/relationships/font" Target="fonts/PTSans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PT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Mon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Trispace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9d175b789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9d175b789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bd6c00e730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bd6c00e730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99f2f57a71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99f2f57a71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3e6b3ce6a0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3e6b3ce6a0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bd6c00e730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bd6c00e730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9d175b7890_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9d175b7890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9d336af1a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9d336af1a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9d336af1a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9d336af1a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9d175b7890_2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9d175b7890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9d175b7890_2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9d175b7890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9d336af1a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9d336af1a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9d336af1ac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9d336af1ac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9d175b7890_2_9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9d175b7890_2_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250050" y="165212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129998" y="3268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1650101">
            <a:off x="-1796682" y="-2203059"/>
            <a:ext cx="3817087" cy="3985301"/>
          </a:xfrm>
          <a:custGeom>
            <a:rect b="b" l="l" r="r" t="t"/>
            <a:pathLst>
              <a:path extrusionOk="0" h="29882" w="2862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1007425" y="819213"/>
            <a:ext cx="3033000" cy="27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2217100" y="3702075"/>
            <a:ext cx="1823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flipH="1">
            <a:off x="-847382" y="2075875"/>
            <a:ext cx="5842699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6638834" y="-220904"/>
            <a:ext cx="2625339" cy="1785511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" name="Google Shape;17;p3"/>
          <p:cNvGrpSpPr/>
          <p:nvPr/>
        </p:nvGrpSpPr>
        <p:grpSpPr>
          <a:xfrm>
            <a:off x="7542636" y="81040"/>
            <a:ext cx="1521562" cy="1069823"/>
            <a:chOff x="7542636" y="81040"/>
            <a:chExt cx="1521562" cy="1069823"/>
          </a:xfrm>
        </p:grpSpPr>
        <p:sp>
          <p:nvSpPr>
            <p:cNvPr id="18" name="Google Shape;18;p3"/>
            <p:cNvSpPr/>
            <p:nvPr/>
          </p:nvSpPr>
          <p:spPr>
            <a:xfrm>
              <a:off x="8132548" y="8104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8737186" y="75295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7542636" y="13924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8048505" y="68206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3525900" y="3189750"/>
            <a:ext cx="4905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3"/>
          <p:cNvSpPr txBox="1"/>
          <p:nvPr>
            <p:ph hasCustomPrompt="1" idx="2" type="title"/>
          </p:nvPr>
        </p:nvSpPr>
        <p:spPr>
          <a:xfrm>
            <a:off x="5084000" y="1609750"/>
            <a:ext cx="1789200" cy="108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27" name="Google Shape;27;p4"/>
          <p:cNvSpPr/>
          <p:nvPr/>
        </p:nvSpPr>
        <p:spPr>
          <a:xfrm>
            <a:off x="4523725" y="3162601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 rot="-10492926">
            <a:off x="-1867197" y="3324908"/>
            <a:ext cx="3817099" cy="3985333"/>
          </a:xfrm>
          <a:custGeom>
            <a:rect b="b" l="l" r="r" t="t"/>
            <a:pathLst>
              <a:path extrusionOk="0" h="29882" w="2862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-54470" y="2967153"/>
            <a:ext cx="774471" cy="1912390"/>
            <a:chOff x="-54470" y="2967153"/>
            <a:chExt cx="774471" cy="1912390"/>
          </a:xfrm>
        </p:grpSpPr>
        <p:sp>
          <p:nvSpPr>
            <p:cNvPr id="30" name="Google Shape;30;p4"/>
            <p:cNvSpPr/>
            <p:nvPr/>
          </p:nvSpPr>
          <p:spPr>
            <a:xfrm>
              <a:off x="59978" y="421944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-54470" y="34743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338511" y="296715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338511" y="38308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" name="Google Shape;34;p4"/>
          <p:cNvGrpSpPr/>
          <p:nvPr/>
        </p:nvGrpSpPr>
        <p:grpSpPr>
          <a:xfrm>
            <a:off x="7450103" y="2640103"/>
            <a:ext cx="1597872" cy="2451290"/>
            <a:chOff x="7450103" y="2640103"/>
            <a:chExt cx="1597872" cy="2451290"/>
          </a:xfrm>
        </p:grpSpPr>
        <p:sp>
          <p:nvSpPr>
            <p:cNvPr id="35" name="Google Shape;35;p4"/>
            <p:cNvSpPr/>
            <p:nvPr/>
          </p:nvSpPr>
          <p:spPr>
            <a:xfrm>
              <a:off x="7450103" y="44312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8430905" y="425356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8478061" y="26401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8478061" y="37598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579205" y="33075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5052478" y="3569975"/>
            <a:ext cx="5371040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 rot="10644777">
            <a:off x="-1048849" y="-1303280"/>
            <a:ext cx="4634055" cy="282455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" name="Google Shape;43;p5"/>
          <p:cNvGrpSpPr/>
          <p:nvPr/>
        </p:nvGrpSpPr>
        <p:grpSpPr>
          <a:xfrm>
            <a:off x="-62147" y="4"/>
            <a:ext cx="1648457" cy="1491382"/>
            <a:chOff x="-62147" y="4"/>
            <a:chExt cx="1648457" cy="1491382"/>
          </a:xfrm>
        </p:grpSpPr>
        <p:sp>
          <p:nvSpPr>
            <p:cNvPr id="44" name="Google Shape;44;p5"/>
            <p:cNvSpPr/>
            <p:nvPr/>
          </p:nvSpPr>
          <p:spPr>
            <a:xfrm>
              <a:off x="187398" y="836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53072" y="12530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1259298" y="67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-62147" y="4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" name="Google Shape;48;p5"/>
          <p:cNvGrpSpPr/>
          <p:nvPr/>
        </p:nvGrpSpPr>
        <p:grpSpPr>
          <a:xfrm>
            <a:off x="6635180" y="3519093"/>
            <a:ext cx="2455746" cy="1624395"/>
            <a:chOff x="6635180" y="3519093"/>
            <a:chExt cx="2455746" cy="1624395"/>
          </a:xfrm>
        </p:grpSpPr>
        <p:sp>
          <p:nvSpPr>
            <p:cNvPr id="49" name="Google Shape;49;p5"/>
            <p:cNvSpPr/>
            <p:nvPr/>
          </p:nvSpPr>
          <p:spPr>
            <a:xfrm>
              <a:off x="8430903" y="39439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8622155" y="3519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6635180" y="46746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8185647" y="47899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" name="Google Shape;53;p5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1" type="subTitle"/>
          </p:nvPr>
        </p:nvSpPr>
        <p:spPr>
          <a:xfrm>
            <a:off x="5041779" y="2992900"/>
            <a:ext cx="3098400" cy="13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2" type="subTitle"/>
          </p:nvPr>
        </p:nvSpPr>
        <p:spPr>
          <a:xfrm>
            <a:off x="1003675" y="2992900"/>
            <a:ext cx="3098400" cy="13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3" type="subTitle"/>
          </p:nvPr>
        </p:nvSpPr>
        <p:spPr>
          <a:xfrm>
            <a:off x="1003675" y="2674275"/>
            <a:ext cx="30984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4" type="subTitle"/>
          </p:nvPr>
        </p:nvSpPr>
        <p:spPr>
          <a:xfrm>
            <a:off x="5041786" y="2674275"/>
            <a:ext cx="30984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 rot="-6125281">
            <a:off x="6780953" y="-507545"/>
            <a:ext cx="4634067" cy="2824557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 flipH="1">
            <a:off x="-1192290" y="3569975"/>
            <a:ext cx="5029983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" name="Google Shape;61;p6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62" name="Google Shape;62;p6"/>
            <p:cNvSpPr/>
            <p:nvPr/>
          </p:nvSpPr>
          <p:spPr>
            <a:xfrm>
              <a:off x="53078" y="35190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251230" y="4604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148697" y="43264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" name="Google Shape;65;p6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66" name="Google Shape;66;p6"/>
            <p:cNvSpPr/>
            <p:nvPr/>
          </p:nvSpPr>
          <p:spPr>
            <a:xfrm>
              <a:off x="8267398" y="1113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8534803" y="574679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7618822" y="11136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6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>
            <a:off x="4182350" y="207587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5816848" y="3347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 rot="-9720741">
            <a:off x="-717073" y="-1675999"/>
            <a:ext cx="5728060" cy="3491392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" name="Google Shape;74;p7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75" name="Google Shape;75;p7"/>
            <p:cNvSpPr/>
            <p:nvPr/>
          </p:nvSpPr>
          <p:spPr>
            <a:xfrm>
              <a:off x="531953" y="54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2311280" y="245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7"/>
            <p:cNvSpPr/>
            <p:nvPr/>
          </p:nvSpPr>
          <p:spPr>
            <a:xfrm>
              <a:off x="1841797" y="1642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2729973" y="542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7"/>
          <p:cNvSpPr txBox="1"/>
          <p:nvPr>
            <p:ph idx="1" type="body"/>
          </p:nvPr>
        </p:nvSpPr>
        <p:spPr>
          <a:xfrm>
            <a:off x="713100" y="1850100"/>
            <a:ext cx="5135400" cy="20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713100" y="1244700"/>
            <a:ext cx="5135400" cy="60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 rot="-6419074">
            <a:off x="4830466" y="-402088"/>
            <a:ext cx="7138425" cy="349137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"/>
          <p:cNvSpPr/>
          <p:nvPr/>
        </p:nvSpPr>
        <p:spPr>
          <a:xfrm rot="5868956">
            <a:off x="-2972528" y="1025449"/>
            <a:ext cx="7138386" cy="349139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8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85" name="Google Shape;85;p8"/>
            <p:cNvSpPr/>
            <p:nvPr/>
          </p:nvSpPr>
          <p:spPr>
            <a:xfrm>
              <a:off x="8409504" y="254378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8107053" y="1250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8030823" y="254364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8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89" name="Google Shape;89;p8"/>
            <p:cNvSpPr/>
            <p:nvPr/>
          </p:nvSpPr>
          <p:spPr>
            <a:xfrm>
              <a:off x="266653" y="25817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713090" y="39582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262648" y="3515377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-137271" y="4115903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2241450" y="1520250"/>
            <a:ext cx="46611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2241550" y="2362050"/>
            <a:ext cx="4661100" cy="1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7" name="Google Shape;97;p9"/>
          <p:cNvSpPr/>
          <p:nvPr/>
        </p:nvSpPr>
        <p:spPr>
          <a:xfrm>
            <a:off x="4182350" y="207587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5816848" y="3347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/>
          <p:nvPr/>
        </p:nvSpPr>
        <p:spPr>
          <a:xfrm rot="-9720741">
            <a:off x="-717073" y="-1675999"/>
            <a:ext cx="5728060" cy="3491392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" name="Google Shape;100;p9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101" name="Google Shape;101;p9"/>
            <p:cNvSpPr/>
            <p:nvPr/>
          </p:nvSpPr>
          <p:spPr>
            <a:xfrm>
              <a:off x="531953" y="54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2311280" y="245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1841797" y="1642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9"/>
            <p:cNvSpPr/>
            <p:nvPr/>
          </p:nvSpPr>
          <p:spPr>
            <a:xfrm>
              <a:off x="2729973" y="542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/>
          <p:nvPr>
            <p:ph idx="2" type="pic"/>
          </p:nvPr>
        </p:nvSpPr>
        <p:spPr>
          <a:xfrm>
            <a:off x="10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0"/>
          <p:cNvSpPr txBox="1"/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/>
          <p:nvPr/>
        </p:nvSpPr>
        <p:spPr>
          <a:xfrm rot="-6419074">
            <a:off x="4830466" y="-402088"/>
            <a:ext cx="7138425" cy="349137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1"/>
          <p:cNvSpPr/>
          <p:nvPr/>
        </p:nvSpPr>
        <p:spPr>
          <a:xfrm rot="5868956">
            <a:off x="-2972528" y="1025449"/>
            <a:ext cx="7138386" cy="349139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112" name="Google Shape;112;p11"/>
            <p:cNvSpPr/>
            <p:nvPr/>
          </p:nvSpPr>
          <p:spPr>
            <a:xfrm>
              <a:off x="8409504" y="254378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8107053" y="1250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8030823" y="254364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116" name="Google Shape;116;p11"/>
            <p:cNvSpPr/>
            <p:nvPr/>
          </p:nvSpPr>
          <p:spPr>
            <a:xfrm>
              <a:off x="266653" y="25817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13090" y="39582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262648" y="3515377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>
              <a:off x="-137271" y="4115903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11"/>
          <p:cNvSpPr txBox="1"/>
          <p:nvPr>
            <p:ph hasCustomPrompt="1" type="title"/>
          </p:nvPr>
        </p:nvSpPr>
        <p:spPr>
          <a:xfrm>
            <a:off x="1373900" y="2994097"/>
            <a:ext cx="63966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1" name="Google Shape;121;p11"/>
          <p:cNvSpPr txBox="1"/>
          <p:nvPr>
            <p:ph idx="1" type="subTitle"/>
          </p:nvPr>
        </p:nvSpPr>
        <p:spPr>
          <a:xfrm>
            <a:off x="3180375" y="3972588"/>
            <a:ext cx="27837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4176175" y="2967151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3"/>
          <p:cNvSpPr/>
          <p:nvPr/>
        </p:nvSpPr>
        <p:spPr>
          <a:xfrm rot="-10492926">
            <a:off x="-1478272" y="3333183"/>
            <a:ext cx="3817099" cy="3985333"/>
          </a:xfrm>
          <a:custGeom>
            <a:rect b="b" l="l" r="r" t="t"/>
            <a:pathLst>
              <a:path extrusionOk="0" h="29882" w="2862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3"/>
          <p:cNvGrpSpPr/>
          <p:nvPr/>
        </p:nvGrpSpPr>
        <p:grpSpPr>
          <a:xfrm>
            <a:off x="-54470" y="2967153"/>
            <a:ext cx="774471" cy="1912390"/>
            <a:chOff x="-54470" y="2967153"/>
            <a:chExt cx="774471" cy="1912390"/>
          </a:xfrm>
        </p:grpSpPr>
        <p:sp>
          <p:nvSpPr>
            <p:cNvPr id="127" name="Google Shape;127;p13"/>
            <p:cNvSpPr/>
            <p:nvPr/>
          </p:nvSpPr>
          <p:spPr>
            <a:xfrm>
              <a:off x="59978" y="421944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-54470" y="34743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338511" y="296715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338511" y="38308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" name="Google Shape;131;p13"/>
          <p:cNvGrpSpPr/>
          <p:nvPr/>
        </p:nvGrpSpPr>
        <p:grpSpPr>
          <a:xfrm>
            <a:off x="7524578" y="2640103"/>
            <a:ext cx="1523397" cy="2294040"/>
            <a:chOff x="7524578" y="2640103"/>
            <a:chExt cx="1523397" cy="2294040"/>
          </a:xfrm>
        </p:grpSpPr>
        <p:sp>
          <p:nvSpPr>
            <p:cNvPr id="132" name="Google Shape;132;p13"/>
            <p:cNvSpPr/>
            <p:nvPr/>
          </p:nvSpPr>
          <p:spPr>
            <a:xfrm>
              <a:off x="7524578" y="427404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8430905" y="425356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8478061" y="26401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8151036" y="37764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8579205" y="33075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" name="Google Shape;137;p13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hasCustomPrompt="1" idx="2" type="title"/>
          </p:nvPr>
        </p:nvSpPr>
        <p:spPr>
          <a:xfrm>
            <a:off x="1255644" y="1753825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/>
          <p:nvPr>
            <p:ph hasCustomPrompt="1" idx="3" type="title"/>
          </p:nvPr>
        </p:nvSpPr>
        <p:spPr>
          <a:xfrm>
            <a:off x="1255644" y="3258829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/>
          <p:nvPr>
            <p:ph hasCustomPrompt="1" idx="4" type="title"/>
          </p:nvPr>
        </p:nvSpPr>
        <p:spPr>
          <a:xfrm>
            <a:off x="4684638" y="1753829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1" name="Google Shape;141;p13"/>
          <p:cNvSpPr txBox="1"/>
          <p:nvPr>
            <p:ph hasCustomPrompt="1" idx="5" type="title"/>
          </p:nvPr>
        </p:nvSpPr>
        <p:spPr>
          <a:xfrm>
            <a:off x="4684638" y="3258829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2" name="Google Shape;142;p13"/>
          <p:cNvSpPr txBox="1"/>
          <p:nvPr>
            <p:ph idx="1" type="subTitle"/>
          </p:nvPr>
        </p:nvSpPr>
        <p:spPr>
          <a:xfrm>
            <a:off x="2307450" y="1753825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6" type="subTitle"/>
          </p:nvPr>
        </p:nvSpPr>
        <p:spPr>
          <a:xfrm>
            <a:off x="5736450" y="1753825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7" type="subTitle"/>
          </p:nvPr>
        </p:nvSpPr>
        <p:spPr>
          <a:xfrm>
            <a:off x="2307450" y="3258824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5" name="Google Shape;145;p13"/>
          <p:cNvSpPr txBox="1"/>
          <p:nvPr>
            <p:ph idx="8" type="subTitle"/>
          </p:nvPr>
        </p:nvSpPr>
        <p:spPr>
          <a:xfrm>
            <a:off x="5736450" y="3258824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4_1_1_2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/>
          <p:nvPr/>
        </p:nvSpPr>
        <p:spPr>
          <a:xfrm flipH="1" rot="1292342">
            <a:off x="-3321456" y="1927346"/>
            <a:ext cx="6095930" cy="3491359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 rot="4535783">
            <a:off x="6914450" y="2837966"/>
            <a:ext cx="3524110" cy="2396771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" name="Google Shape;149;p14"/>
          <p:cNvGrpSpPr/>
          <p:nvPr/>
        </p:nvGrpSpPr>
        <p:grpSpPr>
          <a:xfrm rot="10800000">
            <a:off x="8514859" y="2937143"/>
            <a:ext cx="511267" cy="2017916"/>
            <a:chOff x="8552930" y="2910118"/>
            <a:chExt cx="511267" cy="2017916"/>
          </a:xfrm>
        </p:grpSpPr>
        <p:sp>
          <p:nvSpPr>
            <p:cNvPr id="150" name="Google Shape;150;p14"/>
            <p:cNvSpPr/>
            <p:nvPr/>
          </p:nvSpPr>
          <p:spPr>
            <a:xfrm>
              <a:off x="8737186" y="3350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8601061" y="460099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p14"/>
          <p:cNvGrpSpPr/>
          <p:nvPr/>
        </p:nvGrpSpPr>
        <p:grpSpPr>
          <a:xfrm rot="7347507">
            <a:off x="134581" y="3888252"/>
            <a:ext cx="912282" cy="1615081"/>
            <a:chOff x="133086" y="3408328"/>
            <a:chExt cx="912262" cy="1615044"/>
          </a:xfrm>
        </p:grpSpPr>
        <p:sp>
          <p:nvSpPr>
            <p:cNvPr id="154" name="Google Shape;154;p14"/>
            <p:cNvSpPr/>
            <p:nvPr/>
          </p:nvSpPr>
          <p:spPr>
            <a:xfrm>
              <a:off x="265110" y="340832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385324" y="4098816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14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" name="Google Shape;158;p14"/>
          <p:cNvSpPr txBox="1"/>
          <p:nvPr>
            <p:ph idx="1" type="body"/>
          </p:nvPr>
        </p:nvSpPr>
        <p:spPr>
          <a:xfrm>
            <a:off x="720000" y="1215750"/>
            <a:ext cx="7704000" cy="11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_3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flipH="1">
            <a:off x="-3429082" y="2598063"/>
            <a:ext cx="6095899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 rot="-542519">
            <a:off x="6823253" y="-353355"/>
            <a:ext cx="2625360" cy="1785525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" name="Google Shape;162;p15"/>
          <p:cNvGrpSpPr/>
          <p:nvPr/>
        </p:nvGrpSpPr>
        <p:grpSpPr>
          <a:xfrm>
            <a:off x="7560023" y="54840"/>
            <a:ext cx="1504175" cy="1244157"/>
            <a:chOff x="7560023" y="2814490"/>
            <a:chExt cx="1504175" cy="1244157"/>
          </a:xfrm>
        </p:grpSpPr>
        <p:sp>
          <p:nvSpPr>
            <p:cNvPr id="163" name="Google Shape;163;p15"/>
            <p:cNvSpPr/>
            <p:nvPr/>
          </p:nvSpPr>
          <p:spPr>
            <a:xfrm>
              <a:off x="7560023" y="28144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8552936" y="34218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" name="Google Shape;167;p15"/>
          <p:cNvGrpSpPr/>
          <p:nvPr/>
        </p:nvGrpSpPr>
        <p:grpSpPr>
          <a:xfrm>
            <a:off x="-33427" y="3476090"/>
            <a:ext cx="682702" cy="1547282"/>
            <a:chOff x="-33427" y="3476090"/>
            <a:chExt cx="682702" cy="1547282"/>
          </a:xfrm>
        </p:grpSpPr>
        <p:sp>
          <p:nvSpPr>
            <p:cNvPr id="168" name="Google Shape;168;p15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" name="Google Shape;171;p15"/>
          <p:cNvSpPr txBox="1"/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15"/>
          <p:cNvSpPr txBox="1"/>
          <p:nvPr>
            <p:ph idx="1" type="subTitle"/>
          </p:nvPr>
        </p:nvSpPr>
        <p:spPr>
          <a:xfrm>
            <a:off x="814550" y="2992900"/>
            <a:ext cx="2394900" cy="14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15"/>
          <p:cNvSpPr txBox="1"/>
          <p:nvPr>
            <p:ph idx="2" type="subTitle"/>
          </p:nvPr>
        </p:nvSpPr>
        <p:spPr>
          <a:xfrm>
            <a:off x="3374720" y="2992900"/>
            <a:ext cx="2394900" cy="14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15"/>
          <p:cNvSpPr txBox="1"/>
          <p:nvPr>
            <p:ph idx="3" type="subTitle"/>
          </p:nvPr>
        </p:nvSpPr>
        <p:spPr>
          <a:xfrm>
            <a:off x="5934871" y="2992900"/>
            <a:ext cx="2394900" cy="14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5"/>
          <p:cNvSpPr txBox="1"/>
          <p:nvPr>
            <p:ph idx="4" type="subTitle"/>
          </p:nvPr>
        </p:nvSpPr>
        <p:spPr>
          <a:xfrm>
            <a:off x="814550" y="2674275"/>
            <a:ext cx="23949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76" name="Google Shape;176;p15"/>
          <p:cNvSpPr txBox="1"/>
          <p:nvPr>
            <p:ph idx="5" type="subTitle"/>
          </p:nvPr>
        </p:nvSpPr>
        <p:spPr>
          <a:xfrm>
            <a:off x="3374721" y="2674275"/>
            <a:ext cx="23949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77" name="Google Shape;177;p15"/>
          <p:cNvSpPr txBox="1"/>
          <p:nvPr>
            <p:ph idx="6" type="subTitle"/>
          </p:nvPr>
        </p:nvSpPr>
        <p:spPr>
          <a:xfrm>
            <a:off x="5934864" y="2674275"/>
            <a:ext cx="23949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 flipH="1" rot="4372063">
            <a:off x="-3257636" y="1228893"/>
            <a:ext cx="6095914" cy="349134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 rot="5400000">
            <a:off x="6668857" y="3202942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" name="Google Shape;181;p16"/>
          <p:cNvGrpSpPr/>
          <p:nvPr/>
        </p:nvGrpSpPr>
        <p:grpSpPr>
          <a:xfrm>
            <a:off x="8496523" y="2763543"/>
            <a:ext cx="660023" cy="2167591"/>
            <a:chOff x="8457298" y="2910118"/>
            <a:chExt cx="660023" cy="2167591"/>
          </a:xfrm>
        </p:grpSpPr>
        <p:sp>
          <p:nvSpPr>
            <p:cNvPr id="182" name="Google Shape;182;p16"/>
            <p:cNvSpPr/>
            <p:nvPr/>
          </p:nvSpPr>
          <p:spPr>
            <a:xfrm>
              <a:off x="8457298" y="405254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8505186" y="4750665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" name="Google Shape;186;p16"/>
          <p:cNvGrpSpPr/>
          <p:nvPr/>
        </p:nvGrpSpPr>
        <p:grpSpPr>
          <a:xfrm rot="-10548838">
            <a:off x="-121196" y="1001518"/>
            <a:ext cx="682748" cy="1547387"/>
            <a:chOff x="-33427" y="3476090"/>
            <a:chExt cx="682702" cy="1547282"/>
          </a:xfrm>
        </p:grpSpPr>
        <p:sp>
          <p:nvSpPr>
            <p:cNvPr id="187" name="Google Shape;187;p16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p16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16"/>
          <p:cNvSpPr txBox="1"/>
          <p:nvPr>
            <p:ph idx="1" type="subTitle"/>
          </p:nvPr>
        </p:nvSpPr>
        <p:spPr>
          <a:xfrm>
            <a:off x="3815975" y="1241705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2" name="Google Shape;192;p16"/>
          <p:cNvSpPr txBox="1"/>
          <p:nvPr>
            <p:ph idx="2" type="subTitle"/>
          </p:nvPr>
        </p:nvSpPr>
        <p:spPr>
          <a:xfrm>
            <a:off x="3815984" y="2135039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3" name="Google Shape;193;p16"/>
          <p:cNvSpPr txBox="1"/>
          <p:nvPr>
            <p:ph idx="3" type="subTitle"/>
          </p:nvPr>
        </p:nvSpPr>
        <p:spPr>
          <a:xfrm>
            <a:off x="3815984" y="3028372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4" name="Google Shape;194;p16"/>
          <p:cNvSpPr txBox="1"/>
          <p:nvPr>
            <p:ph idx="4" type="subTitle"/>
          </p:nvPr>
        </p:nvSpPr>
        <p:spPr>
          <a:xfrm>
            <a:off x="3815984" y="3921705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6"/>
          <p:cNvSpPr txBox="1"/>
          <p:nvPr>
            <p:ph idx="5" type="subTitle"/>
          </p:nvPr>
        </p:nvSpPr>
        <p:spPr>
          <a:xfrm>
            <a:off x="1697075" y="1241705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6" type="subTitle"/>
          </p:nvPr>
        </p:nvSpPr>
        <p:spPr>
          <a:xfrm>
            <a:off x="1697075" y="2135039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7" type="subTitle"/>
          </p:nvPr>
        </p:nvSpPr>
        <p:spPr>
          <a:xfrm>
            <a:off x="1697075" y="3028372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8" type="subTitle"/>
          </p:nvPr>
        </p:nvSpPr>
        <p:spPr>
          <a:xfrm>
            <a:off x="1697075" y="3921705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/>
          <p:nvPr/>
        </p:nvSpPr>
        <p:spPr>
          <a:xfrm rot="-6125281">
            <a:off x="6780953" y="-507545"/>
            <a:ext cx="4634067" cy="2824557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7"/>
          <p:cNvSpPr/>
          <p:nvPr/>
        </p:nvSpPr>
        <p:spPr>
          <a:xfrm flipH="1">
            <a:off x="-1192290" y="3569975"/>
            <a:ext cx="5029983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" name="Google Shape;202;p17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03" name="Google Shape;203;p17"/>
            <p:cNvSpPr/>
            <p:nvPr/>
          </p:nvSpPr>
          <p:spPr>
            <a:xfrm>
              <a:off x="53078" y="35190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251230" y="4604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48697" y="43264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" name="Google Shape;206;p17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07" name="Google Shape;207;p17"/>
            <p:cNvSpPr/>
            <p:nvPr/>
          </p:nvSpPr>
          <p:spPr>
            <a:xfrm>
              <a:off x="8267398" y="1113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8534803" y="574679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7618822" y="11136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" name="Google Shape;210;p17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17"/>
          <p:cNvSpPr txBox="1"/>
          <p:nvPr>
            <p:ph idx="1" type="subTitle"/>
          </p:nvPr>
        </p:nvSpPr>
        <p:spPr>
          <a:xfrm>
            <a:off x="835000" y="1713901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2" name="Google Shape;212;p17"/>
          <p:cNvSpPr txBox="1"/>
          <p:nvPr>
            <p:ph idx="2" type="subTitle"/>
          </p:nvPr>
        </p:nvSpPr>
        <p:spPr>
          <a:xfrm>
            <a:off x="3494193" y="1713901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3" name="Google Shape;213;p17"/>
          <p:cNvSpPr txBox="1"/>
          <p:nvPr>
            <p:ph idx="3" type="subTitle"/>
          </p:nvPr>
        </p:nvSpPr>
        <p:spPr>
          <a:xfrm>
            <a:off x="835000" y="3551699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4" name="Google Shape;214;p17"/>
          <p:cNvSpPr txBox="1"/>
          <p:nvPr>
            <p:ph idx="4" type="subTitle"/>
          </p:nvPr>
        </p:nvSpPr>
        <p:spPr>
          <a:xfrm>
            <a:off x="3494250" y="3551699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5" name="Google Shape;215;p17"/>
          <p:cNvSpPr txBox="1"/>
          <p:nvPr>
            <p:ph idx="5" type="subTitle"/>
          </p:nvPr>
        </p:nvSpPr>
        <p:spPr>
          <a:xfrm>
            <a:off x="6153328" y="1713901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6" name="Google Shape;216;p17"/>
          <p:cNvSpPr txBox="1"/>
          <p:nvPr>
            <p:ph idx="6" type="subTitle"/>
          </p:nvPr>
        </p:nvSpPr>
        <p:spPr>
          <a:xfrm>
            <a:off x="6153449" y="3551699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17"/>
          <p:cNvSpPr txBox="1"/>
          <p:nvPr>
            <p:ph idx="7" type="subTitle"/>
          </p:nvPr>
        </p:nvSpPr>
        <p:spPr>
          <a:xfrm>
            <a:off x="3494172" y="1112100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18" name="Google Shape;218;p17"/>
          <p:cNvSpPr txBox="1"/>
          <p:nvPr>
            <p:ph idx="8" type="subTitle"/>
          </p:nvPr>
        </p:nvSpPr>
        <p:spPr>
          <a:xfrm>
            <a:off x="3494172" y="2949898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19" name="Google Shape;219;p17"/>
          <p:cNvSpPr txBox="1"/>
          <p:nvPr>
            <p:ph idx="9" type="subTitle"/>
          </p:nvPr>
        </p:nvSpPr>
        <p:spPr>
          <a:xfrm>
            <a:off x="6153497" y="1112100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20" name="Google Shape;220;p17"/>
          <p:cNvSpPr txBox="1"/>
          <p:nvPr>
            <p:ph idx="13" type="subTitle"/>
          </p:nvPr>
        </p:nvSpPr>
        <p:spPr>
          <a:xfrm>
            <a:off x="6153497" y="2949898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21" name="Google Shape;221;p17"/>
          <p:cNvSpPr txBox="1"/>
          <p:nvPr>
            <p:ph idx="14" type="subTitle"/>
          </p:nvPr>
        </p:nvSpPr>
        <p:spPr>
          <a:xfrm>
            <a:off x="835000" y="1112100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22" name="Google Shape;222;p17"/>
          <p:cNvSpPr txBox="1"/>
          <p:nvPr>
            <p:ph idx="15" type="subTitle"/>
          </p:nvPr>
        </p:nvSpPr>
        <p:spPr>
          <a:xfrm>
            <a:off x="835000" y="2949898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/>
          <p:nvPr/>
        </p:nvSpPr>
        <p:spPr>
          <a:xfrm flipH="1" rot="1292342">
            <a:off x="-2419456" y="2200421"/>
            <a:ext cx="6095930" cy="3491359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 rot="5400000">
            <a:off x="6537482" y="2747717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6" name="Google Shape;226;p18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27" name="Google Shape;227;p18"/>
            <p:cNvSpPr/>
            <p:nvPr/>
          </p:nvSpPr>
          <p:spPr>
            <a:xfrm>
              <a:off x="8495023" y="4363315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8220061" y="475339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" name="Google Shape;231;p18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232" name="Google Shape;232;p18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5" name="Google Shape;235;p18"/>
          <p:cNvSpPr txBox="1"/>
          <p:nvPr>
            <p:ph hasCustomPrompt="1" type="title"/>
          </p:nvPr>
        </p:nvSpPr>
        <p:spPr>
          <a:xfrm>
            <a:off x="2437775" y="704675"/>
            <a:ext cx="42684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6" name="Google Shape;236;p18"/>
          <p:cNvSpPr txBox="1"/>
          <p:nvPr>
            <p:ph idx="1" type="subTitle"/>
          </p:nvPr>
        </p:nvSpPr>
        <p:spPr>
          <a:xfrm>
            <a:off x="2437775" y="1350176"/>
            <a:ext cx="42684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37" name="Google Shape;237;p18"/>
          <p:cNvSpPr txBox="1"/>
          <p:nvPr>
            <p:ph hasCustomPrompt="1" idx="2" type="title"/>
          </p:nvPr>
        </p:nvSpPr>
        <p:spPr>
          <a:xfrm>
            <a:off x="2437775" y="2015963"/>
            <a:ext cx="42684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8" name="Google Shape;238;p18"/>
          <p:cNvSpPr txBox="1"/>
          <p:nvPr>
            <p:ph idx="3" type="subTitle"/>
          </p:nvPr>
        </p:nvSpPr>
        <p:spPr>
          <a:xfrm>
            <a:off x="2437775" y="2660650"/>
            <a:ext cx="42684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39" name="Google Shape;239;p18"/>
          <p:cNvSpPr txBox="1"/>
          <p:nvPr>
            <p:ph hasCustomPrompt="1" idx="4" type="title"/>
          </p:nvPr>
        </p:nvSpPr>
        <p:spPr>
          <a:xfrm>
            <a:off x="2437775" y="3327300"/>
            <a:ext cx="42684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0" name="Google Shape;240;p18"/>
          <p:cNvSpPr txBox="1"/>
          <p:nvPr>
            <p:ph idx="5" type="subTitle"/>
          </p:nvPr>
        </p:nvSpPr>
        <p:spPr>
          <a:xfrm>
            <a:off x="2437775" y="3971075"/>
            <a:ext cx="42684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2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/>
          <p:nvPr/>
        </p:nvSpPr>
        <p:spPr>
          <a:xfrm flipH="1" rot="4372063">
            <a:off x="-3257636" y="1228893"/>
            <a:ext cx="6095914" cy="349134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 rot="5400000">
            <a:off x="6668857" y="3202942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4" name="Google Shape;244;p19"/>
          <p:cNvGrpSpPr/>
          <p:nvPr/>
        </p:nvGrpSpPr>
        <p:grpSpPr>
          <a:xfrm>
            <a:off x="8496523" y="2763543"/>
            <a:ext cx="660023" cy="2167591"/>
            <a:chOff x="8457298" y="2910118"/>
            <a:chExt cx="660023" cy="2167591"/>
          </a:xfrm>
        </p:grpSpPr>
        <p:sp>
          <p:nvSpPr>
            <p:cNvPr id="245" name="Google Shape;245;p19"/>
            <p:cNvSpPr/>
            <p:nvPr/>
          </p:nvSpPr>
          <p:spPr>
            <a:xfrm>
              <a:off x="8457298" y="405254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8505186" y="4750665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" name="Google Shape;249;p19"/>
          <p:cNvGrpSpPr/>
          <p:nvPr/>
        </p:nvGrpSpPr>
        <p:grpSpPr>
          <a:xfrm rot="-10548838">
            <a:off x="-121196" y="1001518"/>
            <a:ext cx="682748" cy="1547387"/>
            <a:chOff x="-33427" y="3476090"/>
            <a:chExt cx="682702" cy="1547282"/>
          </a:xfrm>
        </p:grpSpPr>
        <p:sp>
          <p:nvSpPr>
            <p:cNvPr id="250" name="Google Shape;250;p19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19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20"/>
          <p:cNvSpPr/>
          <p:nvPr/>
        </p:nvSpPr>
        <p:spPr>
          <a:xfrm>
            <a:off x="5052478" y="3569975"/>
            <a:ext cx="5371040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 rot="10644777">
            <a:off x="-1048849" y="-1303280"/>
            <a:ext cx="4634055" cy="282455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8" name="Google Shape;258;p20"/>
          <p:cNvGrpSpPr/>
          <p:nvPr/>
        </p:nvGrpSpPr>
        <p:grpSpPr>
          <a:xfrm>
            <a:off x="-62147" y="4"/>
            <a:ext cx="1648457" cy="1491382"/>
            <a:chOff x="-62147" y="4"/>
            <a:chExt cx="1648457" cy="1491382"/>
          </a:xfrm>
        </p:grpSpPr>
        <p:sp>
          <p:nvSpPr>
            <p:cNvPr id="259" name="Google Shape;259;p20"/>
            <p:cNvSpPr/>
            <p:nvPr/>
          </p:nvSpPr>
          <p:spPr>
            <a:xfrm>
              <a:off x="187398" y="836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53072" y="12530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1259298" y="67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-62147" y="4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3" name="Google Shape;263;p20"/>
          <p:cNvGrpSpPr/>
          <p:nvPr/>
        </p:nvGrpSpPr>
        <p:grpSpPr>
          <a:xfrm>
            <a:off x="6635180" y="3519093"/>
            <a:ext cx="2455746" cy="1624395"/>
            <a:chOff x="6635180" y="3519093"/>
            <a:chExt cx="2455746" cy="1624395"/>
          </a:xfrm>
        </p:grpSpPr>
        <p:sp>
          <p:nvSpPr>
            <p:cNvPr id="264" name="Google Shape;264;p20"/>
            <p:cNvSpPr/>
            <p:nvPr/>
          </p:nvSpPr>
          <p:spPr>
            <a:xfrm>
              <a:off x="8430903" y="39439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8622155" y="3519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6635180" y="46746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8185647" y="47899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"/>
          <p:cNvSpPr/>
          <p:nvPr/>
        </p:nvSpPr>
        <p:spPr>
          <a:xfrm>
            <a:off x="2718684" y="2188525"/>
            <a:ext cx="7138396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5510909" y="2530450"/>
            <a:ext cx="7138396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 txBox="1"/>
          <p:nvPr>
            <p:ph type="title"/>
          </p:nvPr>
        </p:nvSpPr>
        <p:spPr>
          <a:xfrm>
            <a:off x="713100" y="650000"/>
            <a:ext cx="3728700" cy="8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2" name="Google Shape;272;p21"/>
          <p:cNvSpPr txBox="1"/>
          <p:nvPr>
            <p:ph idx="1" type="subTitle"/>
          </p:nvPr>
        </p:nvSpPr>
        <p:spPr>
          <a:xfrm>
            <a:off x="713100" y="1523000"/>
            <a:ext cx="3728700" cy="13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3" name="Google Shape;273;p21"/>
          <p:cNvSpPr txBox="1"/>
          <p:nvPr/>
        </p:nvSpPr>
        <p:spPr>
          <a:xfrm>
            <a:off x="713100" y="33854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CREDITS: This presentation template was created by </a:t>
            </a:r>
            <a:r>
              <a:rPr b="1" lang="en" sz="1000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includes icons by </a:t>
            </a:r>
            <a:r>
              <a:rPr b="1" lang="en" sz="1000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and infographics &amp; images by </a:t>
            </a:r>
            <a:r>
              <a:rPr b="1" lang="en" sz="1000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/>
          <p:nvPr/>
        </p:nvSpPr>
        <p:spPr>
          <a:xfrm rot="-6125281">
            <a:off x="6780953" y="-507545"/>
            <a:ext cx="4634067" cy="2824557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 flipH="1">
            <a:off x="-1192290" y="3569975"/>
            <a:ext cx="5029983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7" name="Google Shape;277;p22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78" name="Google Shape;278;p22"/>
            <p:cNvSpPr/>
            <p:nvPr/>
          </p:nvSpPr>
          <p:spPr>
            <a:xfrm>
              <a:off x="53078" y="35190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251230" y="4604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148697" y="43264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1" name="Google Shape;281;p22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82" name="Google Shape;282;p22"/>
            <p:cNvSpPr/>
            <p:nvPr/>
          </p:nvSpPr>
          <p:spPr>
            <a:xfrm>
              <a:off x="8267398" y="1113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8534803" y="574679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7618822" y="11136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/>
          <p:nvPr/>
        </p:nvSpPr>
        <p:spPr>
          <a:xfrm>
            <a:off x="4182350" y="207587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5816848" y="3347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3"/>
          <p:cNvSpPr/>
          <p:nvPr/>
        </p:nvSpPr>
        <p:spPr>
          <a:xfrm rot="-9720741">
            <a:off x="-717073" y="-1675999"/>
            <a:ext cx="5728060" cy="3491392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9" name="Google Shape;289;p23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290" name="Google Shape;290;p23"/>
            <p:cNvSpPr/>
            <p:nvPr/>
          </p:nvSpPr>
          <p:spPr>
            <a:xfrm>
              <a:off x="531953" y="54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2311280" y="245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1841797" y="1642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2729973" y="542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9_2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/>
          <p:nvPr/>
        </p:nvSpPr>
        <p:spPr>
          <a:xfrm flipH="1" rot="1292342">
            <a:off x="-2419456" y="2200421"/>
            <a:ext cx="6095930" cy="3491359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4"/>
          <p:cNvSpPr/>
          <p:nvPr/>
        </p:nvSpPr>
        <p:spPr>
          <a:xfrm rot="5400000">
            <a:off x="6537482" y="2747717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7" name="Google Shape;297;p24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98" name="Google Shape;298;p24"/>
            <p:cNvSpPr/>
            <p:nvPr/>
          </p:nvSpPr>
          <p:spPr>
            <a:xfrm>
              <a:off x="8495023" y="4363315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8220061" y="475339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" name="Google Shape;302;p24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303" name="Google Shape;303;p24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lt1"/>
            </a:gs>
            <a:gs pos="100000">
              <a:schemeClr val="accent1"/>
            </a:gs>
          </a:gsLst>
          <a:lin ang="2700006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11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13.jp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6.jp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orPTOnjPY-hnVVdrqrE27o6PHtbmoM7L/view" TargetMode="External"/><Relationship Id="rId4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25"/>
          <p:cNvGrpSpPr/>
          <p:nvPr/>
        </p:nvGrpSpPr>
        <p:grpSpPr>
          <a:xfrm>
            <a:off x="4996653" y="-305023"/>
            <a:ext cx="4646311" cy="5754710"/>
            <a:chOff x="4996653" y="-305023"/>
            <a:chExt cx="4646311" cy="5754710"/>
          </a:xfrm>
        </p:grpSpPr>
        <p:grpSp>
          <p:nvGrpSpPr>
            <p:cNvPr id="311" name="Google Shape;311;p25"/>
            <p:cNvGrpSpPr/>
            <p:nvPr/>
          </p:nvGrpSpPr>
          <p:grpSpPr>
            <a:xfrm>
              <a:off x="4996653" y="-305023"/>
              <a:ext cx="4646311" cy="5754710"/>
              <a:chOff x="4538025" y="-782873"/>
              <a:chExt cx="5023039" cy="6221308"/>
            </a:xfrm>
          </p:grpSpPr>
          <p:grpSp>
            <p:nvGrpSpPr>
              <p:cNvPr id="312" name="Google Shape;312;p25"/>
              <p:cNvGrpSpPr/>
              <p:nvPr/>
            </p:nvGrpSpPr>
            <p:grpSpPr>
              <a:xfrm>
                <a:off x="4538025" y="182501"/>
                <a:ext cx="4013995" cy="5255934"/>
                <a:chOff x="4814250" y="182501"/>
                <a:chExt cx="4013995" cy="5255934"/>
              </a:xfrm>
            </p:grpSpPr>
            <p:grpSp>
              <p:nvGrpSpPr>
                <p:cNvPr id="313" name="Google Shape;313;p25"/>
                <p:cNvGrpSpPr/>
                <p:nvPr/>
              </p:nvGrpSpPr>
              <p:grpSpPr>
                <a:xfrm>
                  <a:off x="5653380" y="891630"/>
                  <a:ext cx="3084513" cy="4546804"/>
                  <a:chOff x="2578080" y="1561820"/>
                  <a:chExt cx="1345832" cy="1983858"/>
                </a:xfrm>
              </p:grpSpPr>
              <p:sp>
                <p:nvSpPr>
                  <p:cNvPr id="314" name="Google Shape;314;p25"/>
                  <p:cNvSpPr/>
                  <p:nvPr/>
                </p:nvSpPr>
                <p:spPr>
                  <a:xfrm>
                    <a:off x="2578080" y="2824581"/>
                    <a:ext cx="931084" cy="13690"/>
                  </a:xfrm>
                  <a:custGeom>
                    <a:rect b="b" l="l" r="r" t="t"/>
                    <a:pathLst>
                      <a:path extrusionOk="0" h="207" w="14078">
                        <a:moveTo>
                          <a:pt x="98" y="1"/>
                        </a:moveTo>
                        <a:cubicBezTo>
                          <a:pt x="45" y="1"/>
                          <a:pt x="0" y="46"/>
                          <a:pt x="0" y="108"/>
                        </a:cubicBezTo>
                        <a:cubicBezTo>
                          <a:pt x="0" y="161"/>
                          <a:pt x="45" y="206"/>
                          <a:pt x="98" y="206"/>
                        </a:cubicBezTo>
                        <a:lnTo>
                          <a:pt x="13970" y="206"/>
                        </a:lnTo>
                        <a:cubicBezTo>
                          <a:pt x="14024" y="206"/>
                          <a:pt x="14077" y="161"/>
                          <a:pt x="14077" y="108"/>
                        </a:cubicBezTo>
                        <a:cubicBezTo>
                          <a:pt x="14077" y="46"/>
                          <a:pt x="14024" y="1"/>
                          <a:pt x="13970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5" name="Google Shape;315;p25"/>
                  <p:cNvSpPr/>
                  <p:nvPr/>
                </p:nvSpPr>
                <p:spPr>
                  <a:xfrm>
                    <a:off x="2594549" y="2805137"/>
                    <a:ext cx="1329364" cy="740542"/>
                  </a:xfrm>
                  <a:custGeom>
                    <a:rect b="b" l="l" r="r" t="t"/>
                    <a:pathLst>
                      <a:path extrusionOk="0" h="11197" w="20100">
                        <a:moveTo>
                          <a:pt x="5791" y="63"/>
                        </a:moveTo>
                        <a:cubicBezTo>
                          <a:pt x="5398" y="170"/>
                          <a:pt x="5023" y="438"/>
                          <a:pt x="4907" y="830"/>
                        </a:cubicBezTo>
                        <a:lnTo>
                          <a:pt x="4907" y="830"/>
                        </a:lnTo>
                        <a:cubicBezTo>
                          <a:pt x="4319" y="687"/>
                          <a:pt x="3730" y="625"/>
                          <a:pt x="3132" y="580"/>
                        </a:cubicBezTo>
                        <a:lnTo>
                          <a:pt x="3132" y="580"/>
                        </a:lnTo>
                        <a:cubicBezTo>
                          <a:pt x="2971" y="563"/>
                          <a:pt x="2811" y="554"/>
                          <a:pt x="2650" y="563"/>
                        </a:cubicBezTo>
                        <a:lnTo>
                          <a:pt x="2650" y="563"/>
                        </a:lnTo>
                        <a:cubicBezTo>
                          <a:pt x="2490" y="563"/>
                          <a:pt x="2329" y="580"/>
                          <a:pt x="2169" y="580"/>
                        </a:cubicBezTo>
                        <a:lnTo>
                          <a:pt x="2169" y="580"/>
                        </a:lnTo>
                        <a:cubicBezTo>
                          <a:pt x="1901" y="589"/>
                          <a:pt x="1633" y="563"/>
                          <a:pt x="1366" y="536"/>
                        </a:cubicBezTo>
                        <a:lnTo>
                          <a:pt x="1366" y="536"/>
                        </a:lnTo>
                        <a:cubicBezTo>
                          <a:pt x="1053" y="500"/>
                          <a:pt x="697" y="563"/>
                          <a:pt x="411" y="687"/>
                        </a:cubicBezTo>
                        <a:lnTo>
                          <a:pt x="411" y="687"/>
                        </a:lnTo>
                        <a:cubicBezTo>
                          <a:pt x="286" y="741"/>
                          <a:pt x="161" y="830"/>
                          <a:pt x="90" y="946"/>
                        </a:cubicBezTo>
                        <a:lnTo>
                          <a:pt x="90" y="946"/>
                        </a:lnTo>
                        <a:cubicBezTo>
                          <a:pt x="19" y="1062"/>
                          <a:pt x="1" y="1214"/>
                          <a:pt x="63" y="1339"/>
                        </a:cubicBezTo>
                        <a:lnTo>
                          <a:pt x="63" y="1339"/>
                        </a:lnTo>
                        <a:cubicBezTo>
                          <a:pt x="108" y="1428"/>
                          <a:pt x="197" y="1499"/>
                          <a:pt x="295" y="1535"/>
                        </a:cubicBezTo>
                        <a:lnTo>
                          <a:pt x="295" y="1535"/>
                        </a:lnTo>
                        <a:cubicBezTo>
                          <a:pt x="474" y="1606"/>
                          <a:pt x="652" y="1588"/>
                          <a:pt x="830" y="1562"/>
                        </a:cubicBezTo>
                        <a:lnTo>
                          <a:pt x="830" y="1562"/>
                        </a:lnTo>
                        <a:cubicBezTo>
                          <a:pt x="964" y="1553"/>
                          <a:pt x="1098" y="1535"/>
                          <a:pt x="1241" y="1562"/>
                        </a:cubicBezTo>
                        <a:lnTo>
                          <a:pt x="1241" y="1562"/>
                        </a:lnTo>
                        <a:cubicBezTo>
                          <a:pt x="1366" y="1580"/>
                          <a:pt x="1482" y="1633"/>
                          <a:pt x="1607" y="1651"/>
                        </a:cubicBezTo>
                        <a:lnTo>
                          <a:pt x="1607" y="1651"/>
                        </a:lnTo>
                        <a:cubicBezTo>
                          <a:pt x="1687" y="1660"/>
                          <a:pt x="1767" y="1651"/>
                          <a:pt x="1856" y="1642"/>
                        </a:cubicBezTo>
                        <a:lnTo>
                          <a:pt x="1856" y="1642"/>
                        </a:lnTo>
                        <a:cubicBezTo>
                          <a:pt x="1937" y="1633"/>
                          <a:pt x="2026" y="1624"/>
                          <a:pt x="2106" y="1633"/>
                        </a:cubicBezTo>
                        <a:lnTo>
                          <a:pt x="2106" y="1633"/>
                        </a:lnTo>
                        <a:cubicBezTo>
                          <a:pt x="2222" y="1642"/>
                          <a:pt x="2320" y="1687"/>
                          <a:pt x="2427" y="1731"/>
                        </a:cubicBezTo>
                        <a:lnTo>
                          <a:pt x="2427" y="1731"/>
                        </a:lnTo>
                        <a:cubicBezTo>
                          <a:pt x="2713" y="1847"/>
                          <a:pt x="3016" y="1927"/>
                          <a:pt x="3319" y="1972"/>
                        </a:cubicBezTo>
                        <a:lnTo>
                          <a:pt x="3319" y="1972"/>
                        </a:lnTo>
                        <a:cubicBezTo>
                          <a:pt x="4087" y="2097"/>
                          <a:pt x="4800" y="2418"/>
                          <a:pt x="5469" y="2802"/>
                        </a:cubicBezTo>
                        <a:lnTo>
                          <a:pt x="5469" y="2802"/>
                        </a:lnTo>
                        <a:cubicBezTo>
                          <a:pt x="5782" y="2980"/>
                          <a:pt x="6076" y="3194"/>
                          <a:pt x="6379" y="3382"/>
                        </a:cubicBezTo>
                        <a:lnTo>
                          <a:pt x="6379" y="3382"/>
                        </a:lnTo>
                        <a:cubicBezTo>
                          <a:pt x="6692" y="3578"/>
                          <a:pt x="7048" y="3685"/>
                          <a:pt x="7387" y="3783"/>
                        </a:cubicBezTo>
                        <a:lnTo>
                          <a:pt x="7387" y="3783"/>
                        </a:lnTo>
                        <a:cubicBezTo>
                          <a:pt x="7753" y="3890"/>
                          <a:pt x="8119" y="3988"/>
                          <a:pt x="8494" y="4042"/>
                        </a:cubicBezTo>
                        <a:lnTo>
                          <a:pt x="8494" y="4042"/>
                        </a:lnTo>
                        <a:cubicBezTo>
                          <a:pt x="8868" y="4104"/>
                          <a:pt x="9243" y="4095"/>
                          <a:pt x="9618" y="4140"/>
                        </a:cubicBezTo>
                        <a:lnTo>
                          <a:pt x="9618" y="4140"/>
                        </a:lnTo>
                        <a:cubicBezTo>
                          <a:pt x="10394" y="4238"/>
                          <a:pt x="11161" y="4399"/>
                          <a:pt x="11901" y="4622"/>
                        </a:cubicBezTo>
                        <a:lnTo>
                          <a:pt x="11901" y="4622"/>
                        </a:lnTo>
                        <a:cubicBezTo>
                          <a:pt x="12223" y="4720"/>
                          <a:pt x="12535" y="4854"/>
                          <a:pt x="12767" y="5094"/>
                        </a:cubicBezTo>
                        <a:lnTo>
                          <a:pt x="12767" y="5094"/>
                        </a:lnTo>
                        <a:cubicBezTo>
                          <a:pt x="13097" y="5451"/>
                          <a:pt x="13320" y="5915"/>
                          <a:pt x="13570" y="6334"/>
                        </a:cubicBezTo>
                        <a:lnTo>
                          <a:pt x="13570" y="6334"/>
                        </a:lnTo>
                        <a:cubicBezTo>
                          <a:pt x="13855" y="6807"/>
                          <a:pt x="14141" y="7289"/>
                          <a:pt x="14417" y="7771"/>
                        </a:cubicBezTo>
                        <a:lnTo>
                          <a:pt x="14417" y="7771"/>
                        </a:lnTo>
                        <a:cubicBezTo>
                          <a:pt x="15051" y="8904"/>
                          <a:pt x="15648" y="10046"/>
                          <a:pt x="16246" y="11196"/>
                        </a:cubicBezTo>
                        <a:lnTo>
                          <a:pt x="16246" y="11196"/>
                        </a:lnTo>
                        <a:lnTo>
                          <a:pt x="20037" y="11196"/>
                        </a:lnTo>
                        <a:lnTo>
                          <a:pt x="20100" y="9368"/>
                        </a:lnTo>
                        <a:cubicBezTo>
                          <a:pt x="19404" y="8636"/>
                          <a:pt x="18717" y="7887"/>
                          <a:pt x="18048" y="7128"/>
                        </a:cubicBezTo>
                        <a:lnTo>
                          <a:pt x="18048" y="7128"/>
                        </a:lnTo>
                        <a:cubicBezTo>
                          <a:pt x="17914" y="6968"/>
                          <a:pt x="17780" y="6816"/>
                          <a:pt x="17647" y="6665"/>
                        </a:cubicBezTo>
                        <a:lnTo>
                          <a:pt x="17647" y="6665"/>
                        </a:lnTo>
                        <a:cubicBezTo>
                          <a:pt x="17459" y="6450"/>
                          <a:pt x="17272" y="6236"/>
                          <a:pt x="17085" y="6022"/>
                        </a:cubicBezTo>
                        <a:lnTo>
                          <a:pt x="17085" y="6022"/>
                        </a:lnTo>
                        <a:cubicBezTo>
                          <a:pt x="16870" y="5772"/>
                          <a:pt x="16647" y="5523"/>
                          <a:pt x="16442" y="5264"/>
                        </a:cubicBezTo>
                        <a:lnTo>
                          <a:pt x="16442" y="5264"/>
                        </a:lnTo>
                        <a:cubicBezTo>
                          <a:pt x="15818" y="4443"/>
                          <a:pt x="15336" y="3524"/>
                          <a:pt x="14908" y="2588"/>
                        </a:cubicBezTo>
                        <a:lnTo>
                          <a:pt x="14908" y="2588"/>
                        </a:lnTo>
                        <a:cubicBezTo>
                          <a:pt x="14489" y="1651"/>
                          <a:pt x="13659" y="902"/>
                          <a:pt x="12695" y="563"/>
                        </a:cubicBezTo>
                        <a:lnTo>
                          <a:pt x="12695" y="563"/>
                        </a:lnTo>
                        <a:cubicBezTo>
                          <a:pt x="12196" y="393"/>
                          <a:pt x="11661" y="331"/>
                          <a:pt x="11143" y="393"/>
                        </a:cubicBezTo>
                        <a:lnTo>
                          <a:pt x="11143" y="393"/>
                        </a:lnTo>
                        <a:cubicBezTo>
                          <a:pt x="10501" y="482"/>
                          <a:pt x="9975" y="670"/>
                          <a:pt x="9314" y="527"/>
                        </a:cubicBezTo>
                        <a:lnTo>
                          <a:pt x="9314" y="527"/>
                        </a:lnTo>
                        <a:cubicBezTo>
                          <a:pt x="8538" y="366"/>
                          <a:pt x="7780" y="170"/>
                          <a:pt x="6995" y="63"/>
                        </a:cubicBezTo>
                        <a:lnTo>
                          <a:pt x="6995" y="63"/>
                        </a:lnTo>
                        <a:cubicBezTo>
                          <a:pt x="6772" y="27"/>
                          <a:pt x="6549" y="1"/>
                          <a:pt x="6326" y="1"/>
                        </a:cubicBezTo>
                        <a:lnTo>
                          <a:pt x="6326" y="1"/>
                        </a:lnTo>
                        <a:cubicBezTo>
                          <a:pt x="6138" y="1"/>
                          <a:pt x="5960" y="18"/>
                          <a:pt x="5791" y="63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dk2"/>
                      </a:gs>
                    </a:gsLst>
                    <a:lin ang="16200038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316" name="Google Shape;316;p25"/>
                  <p:cNvGrpSpPr/>
                  <p:nvPr/>
                </p:nvGrpSpPr>
                <p:grpSpPr>
                  <a:xfrm>
                    <a:off x="2587210" y="1561820"/>
                    <a:ext cx="912848" cy="926858"/>
                    <a:chOff x="2750971" y="1431167"/>
                    <a:chExt cx="602778" cy="612030"/>
                  </a:xfrm>
                </p:grpSpPr>
                <p:sp>
                  <p:nvSpPr>
                    <p:cNvPr id="317" name="Google Shape;317;p25"/>
                    <p:cNvSpPr/>
                    <p:nvPr/>
                  </p:nvSpPr>
                  <p:spPr>
                    <a:xfrm>
                      <a:off x="2976492" y="1662572"/>
                      <a:ext cx="151741" cy="148308"/>
                    </a:xfrm>
                    <a:custGeom>
                      <a:rect b="b" l="l" r="r" t="t"/>
                      <a:pathLst>
                        <a:path extrusionOk="0" h="2722" w="2785">
                          <a:moveTo>
                            <a:pt x="786" y="0"/>
                          </a:moveTo>
                          <a:cubicBezTo>
                            <a:pt x="349" y="0"/>
                            <a:pt x="1" y="357"/>
                            <a:pt x="1" y="794"/>
                          </a:cubicBezTo>
                          <a:lnTo>
                            <a:pt x="1" y="1927"/>
                          </a:lnTo>
                          <a:cubicBezTo>
                            <a:pt x="1" y="2364"/>
                            <a:pt x="349" y="2721"/>
                            <a:pt x="786" y="2721"/>
                          </a:cubicBezTo>
                          <a:lnTo>
                            <a:pt x="1999" y="2721"/>
                          </a:lnTo>
                          <a:cubicBezTo>
                            <a:pt x="2436" y="2721"/>
                            <a:pt x="2784" y="2364"/>
                            <a:pt x="2784" y="1927"/>
                          </a:cubicBezTo>
                          <a:lnTo>
                            <a:pt x="2784" y="794"/>
                          </a:lnTo>
                          <a:cubicBezTo>
                            <a:pt x="2784" y="357"/>
                            <a:pt x="2436" y="0"/>
                            <a:pt x="1999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18" name="Google Shape;318;p25"/>
                    <p:cNvSpPr/>
                    <p:nvPr/>
                  </p:nvSpPr>
                  <p:spPr>
                    <a:xfrm>
                      <a:off x="2998395" y="1683931"/>
                      <a:ext cx="107935" cy="105537"/>
                    </a:xfrm>
                    <a:custGeom>
                      <a:rect b="b" l="l" r="r" t="t"/>
                      <a:pathLst>
                        <a:path extrusionOk="0" h="1937" w="1981">
                          <a:moveTo>
                            <a:pt x="562" y="1"/>
                          </a:moveTo>
                          <a:cubicBezTo>
                            <a:pt x="250" y="1"/>
                            <a:pt x="0" y="259"/>
                            <a:pt x="0" y="563"/>
                          </a:cubicBezTo>
                          <a:lnTo>
                            <a:pt x="0" y="1375"/>
                          </a:lnTo>
                          <a:cubicBezTo>
                            <a:pt x="0" y="1687"/>
                            <a:pt x="250" y="1937"/>
                            <a:pt x="562" y="1937"/>
                          </a:cubicBezTo>
                          <a:lnTo>
                            <a:pt x="1419" y="1937"/>
                          </a:lnTo>
                          <a:cubicBezTo>
                            <a:pt x="1731" y="1937"/>
                            <a:pt x="1981" y="1687"/>
                            <a:pt x="1981" y="1375"/>
                          </a:cubicBezTo>
                          <a:lnTo>
                            <a:pt x="1981" y="563"/>
                          </a:lnTo>
                          <a:cubicBezTo>
                            <a:pt x="1981" y="259"/>
                            <a:pt x="1731" y="1"/>
                            <a:pt x="141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19" name="Google Shape;319;p25"/>
                    <p:cNvSpPr/>
                    <p:nvPr/>
                  </p:nvSpPr>
                  <p:spPr>
                    <a:xfrm>
                      <a:off x="3128183" y="1772417"/>
                      <a:ext cx="133216" cy="111858"/>
                    </a:xfrm>
                    <a:custGeom>
                      <a:rect b="b" l="l" r="r" t="t"/>
                      <a:pathLst>
                        <a:path extrusionOk="0" h="2053" w="2445">
                          <a:moveTo>
                            <a:pt x="0" y="0"/>
                          </a:moveTo>
                          <a:lnTo>
                            <a:pt x="0" y="18"/>
                          </a:lnTo>
                          <a:lnTo>
                            <a:pt x="928" y="18"/>
                          </a:lnTo>
                          <a:lnTo>
                            <a:pt x="2427" y="1499"/>
                          </a:lnTo>
                          <a:lnTo>
                            <a:pt x="2427" y="2052"/>
                          </a:lnTo>
                          <a:lnTo>
                            <a:pt x="2445" y="2052"/>
                          </a:lnTo>
                          <a:lnTo>
                            <a:pt x="2445" y="1490"/>
                          </a:lnTo>
                          <a:lnTo>
                            <a:pt x="937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0" name="Google Shape;320;p25"/>
                    <p:cNvSpPr/>
                    <p:nvPr/>
                  </p:nvSpPr>
                  <p:spPr>
                    <a:xfrm>
                      <a:off x="3108731" y="1823743"/>
                      <a:ext cx="45713" cy="93769"/>
                    </a:xfrm>
                    <a:custGeom>
                      <a:rect b="b" l="l" r="r" t="t"/>
                      <a:pathLst>
                        <a:path extrusionOk="0" h="1721" w="839">
                          <a:moveTo>
                            <a:pt x="61" y="1"/>
                          </a:moveTo>
                          <a:cubicBezTo>
                            <a:pt x="41" y="1"/>
                            <a:pt x="23" y="11"/>
                            <a:pt x="9" y="31"/>
                          </a:cubicBezTo>
                          <a:cubicBezTo>
                            <a:pt x="0" y="58"/>
                            <a:pt x="9" y="84"/>
                            <a:pt x="36" y="102"/>
                          </a:cubicBezTo>
                          <a:lnTo>
                            <a:pt x="54" y="102"/>
                          </a:lnTo>
                          <a:lnTo>
                            <a:pt x="54" y="218"/>
                          </a:lnTo>
                          <a:lnTo>
                            <a:pt x="768" y="932"/>
                          </a:lnTo>
                          <a:lnTo>
                            <a:pt x="768" y="1610"/>
                          </a:lnTo>
                          <a:cubicBezTo>
                            <a:pt x="750" y="1619"/>
                            <a:pt x="741" y="1628"/>
                            <a:pt x="732" y="1637"/>
                          </a:cubicBezTo>
                          <a:cubicBezTo>
                            <a:pt x="714" y="1663"/>
                            <a:pt x="732" y="1699"/>
                            <a:pt x="759" y="1717"/>
                          </a:cubicBezTo>
                          <a:cubicBezTo>
                            <a:pt x="765" y="1719"/>
                            <a:pt x="772" y="1720"/>
                            <a:pt x="779" y="1720"/>
                          </a:cubicBezTo>
                          <a:cubicBezTo>
                            <a:pt x="798" y="1720"/>
                            <a:pt x="817" y="1710"/>
                            <a:pt x="830" y="1690"/>
                          </a:cubicBezTo>
                          <a:cubicBezTo>
                            <a:pt x="839" y="1663"/>
                            <a:pt x="830" y="1628"/>
                            <a:pt x="803" y="1619"/>
                          </a:cubicBezTo>
                          <a:cubicBezTo>
                            <a:pt x="794" y="1619"/>
                            <a:pt x="794" y="1610"/>
                            <a:pt x="785" y="1610"/>
                          </a:cubicBezTo>
                          <a:lnTo>
                            <a:pt x="785" y="923"/>
                          </a:lnTo>
                          <a:lnTo>
                            <a:pt x="72" y="209"/>
                          </a:lnTo>
                          <a:lnTo>
                            <a:pt x="72" y="102"/>
                          </a:lnTo>
                          <a:cubicBezTo>
                            <a:pt x="81" y="102"/>
                            <a:pt x="99" y="93"/>
                            <a:pt x="107" y="75"/>
                          </a:cubicBezTo>
                          <a:cubicBezTo>
                            <a:pt x="125" y="49"/>
                            <a:pt x="107" y="22"/>
                            <a:pt x="81" y="4"/>
                          </a:cubicBezTo>
                          <a:cubicBezTo>
                            <a:pt x="74" y="2"/>
                            <a:pt x="67" y="1"/>
                            <a:pt x="61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1" name="Google Shape;321;p25"/>
                    <p:cNvSpPr/>
                    <p:nvPr/>
                  </p:nvSpPr>
                  <p:spPr>
                    <a:xfrm>
                      <a:off x="3168503" y="1553163"/>
                      <a:ext cx="74427" cy="68597"/>
                    </a:xfrm>
                    <a:custGeom>
                      <a:rect b="b" l="l" r="r" t="t"/>
                      <a:pathLst>
                        <a:path extrusionOk="0" h="1259" w="1366">
                          <a:moveTo>
                            <a:pt x="90" y="1"/>
                          </a:moveTo>
                          <a:cubicBezTo>
                            <a:pt x="45" y="1"/>
                            <a:pt x="1" y="37"/>
                            <a:pt x="1" y="90"/>
                          </a:cubicBezTo>
                          <a:cubicBezTo>
                            <a:pt x="1" y="135"/>
                            <a:pt x="36" y="170"/>
                            <a:pt x="81" y="170"/>
                          </a:cubicBezTo>
                          <a:lnTo>
                            <a:pt x="81" y="536"/>
                          </a:lnTo>
                          <a:lnTo>
                            <a:pt x="768" y="1214"/>
                          </a:lnTo>
                          <a:lnTo>
                            <a:pt x="1259" y="1214"/>
                          </a:lnTo>
                          <a:cubicBezTo>
                            <a:pt x="1259" y="1241"/>
                            <a:pt x="1285" y="1259"/>
                            <a:pt x="1312" y="1259"/>
                          </a:cubicBezTo>
                          <a:cubicBezTo>
                            <a:pt x="1339" y="1259"/>
                            <a:pt x="1366" y="1241"/>
                            <a:pt x="1366" y="1205"/>
                          </a:cubicBezTo>
                          <a:cubicBezTo>
                            <a:pt x="1366" y="1179"/>
                            <a:pt x="1339" y="1152"/>
                            <a:pt x="1312" y="1152"/>
                          </a:cubicBezTo>
                          <a:cubicBezTo>
                            <a:pt x="1285" y="1152"/>
                            <a:pt x="1259" y="1179"/>
                            <a:pt x="1259" y="1196"/>
                          </a:cubicBezTo>
                          <a:lnTo>
                            <a:pt x="777" y="1196"/>
                          </a:lnTo>
                          <a:lnTo>
                            <a:pt x="99" y="527"/>
                          </a:lnTo>
                          <a:lnTo>
                            <a:pt x="99" y="170"/>
                          </a:lnTo>
                          <a:cubicBezTo>
                            <a:pt x="143" y="170"/>
                            <a:pt x="179" y="135"/>
                            <a:pt x="179" y="90"/>
                          </a:cubicBezTo>
                          <a:cubicBezTo>
                            <a:pt x="179" y="37"/>
                            <a:pt x="134" y="1"/>
                            <a:pt x="90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2" name="Google Shape;322;p25"/>
                    <p:cNvSpPr/>
                    <p:nvPr/>
                  </p:nvSpPr>
                  <p:spPr>
                    <a:xfrm>
                      <a:off x="3191333" y="1572124"/>
                      <a:ext cx="49145" cy="33127"/>
                    </a:xfrm>
                    <a:custGeom>
                      <a:rect b="b" l="l" r="r" t="t"/>
                      <a:pathLst>
                        <a:path extrusionOk="0" h="608" w="902">
                          <a:moveTo>
                            <a:pt x="54" y="1"/>
                          </a:moveTo>
                          <a:cubicBezTo>
                            <a:pt x="28" y="1"/>
                            <a:pt x="1" y="19"/>
                            <a:pt x="1" y="54"/>
                          </a:cubicBezTo>
                          <a:cubicBezTo>
                            <a:pt x="1" y="81"/>
                            <a:pt x="28" y="108"/>
                            <a:pt x="54" y="108"/>
                          </a:cubicBezTo>
                          <a:cubicBezTo>
                            <a:pt x="72" y="108"/>
                            <a:pt x="81" y="99"/>
                            <a:pt x="90" y="90"/>
                          </a:cubicBezTo>
                          <a:lnTo>
                            <a:pt x="554" y="563"/>
                          </a:lnTo>
                          <a:lnTo>
                            <a:pt x="804" y="563"/>
                          </a:lnTo>
                          <a:cubicBezTo>
                            <a:pt x="804" y="590"/>
                            <a:pt x="822" y="608"/>
                            <a:pt x="848" y="608"/>
                          </a:cubicBezTo>
                          <a:cubicBezTo>
                            <a:pt x="884" y="608"/>
                            <a:pt x="902" y="590"/>
                            <a:pt x="902" y="554"/>
                          </a:cubicBezTo>
                          <a:cubicBezTo>
                            <a:pt x="902" y="527"/>
                            <a:pt x="884" y="500"/>
                            <a:pt x="848" y="500"/>
                          </a:cubicBezTo>
                          <a:cubicBezTo>
                            <a:pt x="822" y="500"/>
                            <a:pt x="804" y="527"/>
                            <a:pt x="804" y="545"/>
                          </a:cubicBezTo>
                          <a:lnTo>
                            <a:pt x="563" y="545"/>
                          </a:lnTo>
                          <a:lnTo>
                            <a:pt x="99" y="81"/>
                          </a:lnTo>
                          <a:cubicBezTo>
                            <a:pt x="108" y="72"/>
                            <a:pt x="108" y="63"/>
                            <a:pt x="108" y="54"/>
                          </a:cubicBezTo>
                          <a:cubicBezTo>
                            <a:pt x="108" y="19"/>
                            <a:pt x="90" y="1"/>
                            <a:pt x="54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3" name="Google Shape;323;p25"/>
                    <p:cNvSpPr/>
                    <p:nvPr/>
                  </p:nvSpPr>
                  <p:spPr>
                    <a:xfrm>
                      <a:off x="3115542" y="1585746"/>
                      <a:ext cx="46203" cy="104066"/>
                    </a:xfrm>
                    <a:custGeom>
                      <a:rect b="b" l="l" r="r" t="t"/>
                      <a:pathLst>
                        <a:path extrusionOk="0" h="1910" w="848">
                          <a:moveTo>
                            <a:pt x="54" y="1"/>
                          </a:moveTo>
                          <a:cubicBezTo>
                            <a:pt x="27" y="1"/>
                            <a:pt x="0" y="27"/>
                            <a:pt x="0" y="54"/>
                          </a:cubicBezTo>
                          <a:cubicBezTo>
                            <a:pt x="0" y="81"/>
                            <a:pt x="27" y="108"/>
                            <a:pt x="54" y="108"/>
                          </a:cubicBezTo>
                          <a:cubicBezTo>
                            <a:pt x="63" y="108"/>
                            <a:pt x="72" y="108"/>
                            <a:pt x="81" y="99"/>
                          </a:cubicBezTo>
                          <a:lnTo>
                            <a:pt x="830" y="857"/>
                          </a:lnTo>
                          <a:lnTo>
                            <a:pt x="830" y="1526"/>
                          </a:lnTo>
                          <a:lnTo>
                            <a:pt x="536" y="1812"/>
                          </a:lnTo>
                          <a:cubicBezTo>
                            <a:pt x="527" y="1803"/>
                            <a:pt x="518" y="1803"/>
                            <a:pt x="509" y="1803"/>
                          </a:cubicBezTo>
                          <a:cubicBezTo>
                            <a:pt x="473" y="1803"/>
                            <a:pt x="455" y="1821"/>
                            <a:pt x="455" y="1856"/>
                          </a:cubicBezTo>
                          <a:cubicBezTo>
                            <a:pt x="455" y="1883"/>
                            <a:pt x="473" y="1910"/>
                            <a:pt x="509" y="1910"/>
                          </a:cubicBezTo>
                          <a:cubicBezTo>
                            <a:pt x="536" y="1910"/>
                            <a:pt x="562" y="1883"/>
                            <a:pt x="562" y="1856"/>
                          </a:cubicBezTo>
                          <a:cubicBezTo>
                            <a:pt x="562" y="1838"/>
                            <a:pt x="553" y="1830"/>
                            <a:pt x="553" y="1821"/>
                          </a:cubicBezTo>
                          <a:lnTo>
                            <a:pt x="848" y="1535"/>
                          </a:lnTo>
                          <a:lnTo>
                            <a:pt x="848" y="848"/>
                          </a:lnTo>
                          <a:lnTo>
                            <a:pt x="839" y="839"/>
                          </a:lnTo>
                          <a:lnTo>
                            <a:pt x="98" y="90"/>
                          </a:lnTo>
                          <a:cubicBezTo>
                            <a:pt x="107" y="81"/>
                            <a:pt x="107" y="63"/>
                            <a:pt x="107" y="54"/>
                          </a:cubicBezTo>
                          <a:cubicBezTo>
                            <a:pt x="107" y="27"/>
                            <a:pt x="81" y="1"/>
                            <a:pt x="54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4" name="Google Shape;324;p25"/>
                    <p:cNvSpPr/>
                    <p:nvPr/>
                  </p:nvSpPr>
                  <p:spPr>
                    <a:xfrm>
                      <a:off x="3168994" y="1778247"/>
                      <a:ext cx="80747" cy="97746"/>
                    </a:xfrm>
                    <a:custGeom>
                      <a:rect b="b" l="l" r="r" t="t"/>
                      <a:pathLst>
                        <a:path extrusionOk="0" h="1794" w="1482">
                          <a:moveTo>
                            <a:pt x="54" y="0"/>
                          </a:moveTo>
                          <a:cubicBezTo>
                            <a:pt x="27" y="0"/>
                            <a:pt x="1" y="27"/>
                            <a:pt x="1" y="54"/>
                          </a:cubicBezTo>
                          <a:cubicBezTo>
                            <a:pt x="1" y="81"/>
                            <a:pt x="27" y="107"/>
                            <a:pt x="54" y="107"/>
                          </a:cubicBezTo>
                          <a:cubicBezTo>
                            <a:pt x="63" y="107"/>
                            <a:pt x="81" y="99"/>
                            <a:pt x="90" y="90"/>
                          </a:cubicBezTo>
                          <a:lnTo>
                            <a:pt x="1410" y="1410"/>
                          </a:lnTo>
                          <a:lnTo>
                            <a:pt x="1410" y="1686"/>
                          </a:lnTo>
                          <a:cubicBezTo>
                            <a:pt x="1392" y="1695"/>
                            <a:pt x="1383" y="1704"/>
                            <a:pt x="1374" y="1713"/>
                          </a:cubicBezTo>
                          <a:cubicBezTo>
                            <a:pt x="1357" y="1740"/>
                            <a:pt x="1366" y="1776"/>
                            <a:pt x="1392" y="1785"/>
                          </a:cubicBezTo>
                          <a:cubicBezTo>
                            <a:pt x="1402" y="1791"/>
                            <a:pt x="1412" y="1794"/>
                            <a:pt x="1422" y="1794"/>
                          </a:cubicBezTo>
                          <a:cubicBezTo>
                            <a:pt x="1441" y="1794"/>
                            <a:pt x="1458" y="1784"/>
                            <a:pt x="1464" y="1767"/>
                          </a:cubicBezTo>
                          <a:cubicBezTo>
                            <a:pt x="1481" y="1740"/>
                            <a:pt x="1473" y="1704"/>
                            <a:pt x="1446" y="1695"/>
                          </a:cubicBezTo>
                          <a:cubicBezTo>
                            <a:pt x="1437" y="1695"/>
                            <a:pt x="1437" y="1686"/>
                            <a:pt x="1428" y="1686"/>
                          </a:cubicBezTo>
                          <a:lnTo>
                            <a:pt x="1428" y="1401"/>
                          </a:lnTo>
                          <a:lnTo>
                            <a:pt x="99" y="81"/>
                          </a:lnTo>
                          <a:cubicBezTo>
                            <a:pt x="108" y="72"/>
                            <a:pt x="108" y="63"/>
                            <a:pt x="108" y="54"/>
                          </a:cubicBezTo>
                          <a:cubicBezTo>
                            <a:pt x="108" y="27"/>
                            <a:pt x="81" y="0"/>
                            <a:pt x="54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5" name="Google Shape;325;p25"/>
                    <p:cNvSpPr/>
                    <p:nvPr/>
                  </p:nvSpPr>
                  <p:spPr>
                    <a:xfrm>
                      <a:off x="3133523" y="1824724"/>
                      <a:ext cx="32637" cy="76933"/>
                    </a:xfrm>
                    <a:custGeom>
                      <a:rect b="b" l="l" r="r" t="t"/>
                      <a:pathLst>
                        <a:path extrusionOk="0" h="1412" w="599">
                          <a:moveTo>
                            <a:pt x="61" y="0"/>
                          </a:moveTo>
                          <a:cubicBezTo>
                            <a:pt x="41" y="0"/>
                            <a:pt x="23" y="11"/>
                            <a:pt x="9" y="31"/>
                          </a:cubicBezTo>
                          <a:cubicBezTo>
                            <a:pt x="0" y="57"/>
                            <a:pt x="9" y="93"/>
                            <a:pt x="36" y="102"/>
                          </a:cubicBezTo>
                          <a:cubicBezTo>
                            <a:pt x="45" y="106"/>
                            <a:pt x="54" y="109"/>
                            <a:pt x="63" y="109"/>
                          </a:cubicBezTo>
                          <a:cubicBezTo>
                            <a:pt x="72" y="109"/>
                            <a:pt x="81" y="106"/>
                            <a:pt x="90" y="102"/>
                          </a:cubicBezTo>
                          <a:lnTo>
                            <a:pt x="527" y="539"/>
                          </a:lnTo>
                          <a:lnTo>
                            <a:pt x="527" y="1306"/>
                          </a:lnTo>
                          <a:cubicBezTo>
                            <a:pt x="518" y="1306"/>
                            <a:pt x="500" y="1315"/>
                            <a:pt x="491" y="1333"/>
                          </a:cubicBezTo>
                          <a:cubicBezTo>
                            <a:pt x="482" y="1360"/>
                            <a:pt x="491" y="1396"/>
                            <a:pt x="518" y="1404"/>
                          </a:cubicBezTo>
                          <a:cubicBezTo>
                            <a:pt x="525" y="1409"/>
                            <a:pt x="533" y="1412"/>
                            <a:pt x="540" y="1412"/>
                          </a:cubicBezTo>
                          <a:cubicBezTo>
                            <a:pt x="559" y="1412"/>
                            <a:pt x="576" y="1397"/>
                            <a:pt x="589" y="1378"/>
                          </a:cubicBezTo>
                          <a:cubicBezTo>
                            <a:pt x="598" y="1351"/>
                            <a:pt x="589" y="1324"/>
                            <a:pt x="562" y="1306"/>
                          </a:cubicBezTo>
                          <a:lnTo>
                            <a:pt x="545" y="1306"/>
                          </a:lnTo>
                          <a:lnTo>
                            <a:pt x="545" y="530"/>
                          </a:lnTo>
                          <a:lnTo>
                            <a:pt x="107" y="84"/>
                          </a:lnTo>
                          <a:cubicBezTo>
                            <a:pt x="107" y="84"/>
                            <a:pt x="107" y="84"/>
                            <a:pt x="107" y="75"/>
                          </a:cubicBezTo>
                          <a:cubicBezTo>
                            <a:pt x="116" y="57"/>
                            <a:pt x="107" y="22"/>
                            <a:pt x="81" y="4"/>
                          </a:cubicBezTo>
                          <a:cubicBezTo>
                            <a:pt x="74" y="2"/>
                            <a:pt x="67" y="0"/>
                            <a:pt x="61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6" name="Google Shape;326;p25"/>
                    <p:cNvSpPr/>
                    <p:nvPr/>
                  </p:nvSpPr>
                  <p:spPr>
                    <a:xfrm>
                      <a:off x="3198144" y="1643120"/>
                      <a:ext cx="48219" cy="19996"/>
                    </a:xfrm>
                    <a:custGeom>
                      <a:rect b="b" l="l" r="r" t="t"/>
                      <a:pathLst>
                        <a:path extrusionOk="0" h="367" w="885">
                          <a:moveTo>
                            <a:pt x="54" y="0"/>
                          </a:moveTo>
                          <a:cubicBezTo>
                            <a:pt x="19" y="0"/>
                            <a:pt x="1" y="27"/>
                            <a:pt x="1" y="54"/>
                          </a:cubicBezTo>
                          <a:cubicBezTo>
                            <a:pt x="1" y="81"/>
                            <a:pt x="19" y="107"/>
                            <a:pt x="54" y="107"/>
                          </a:cubicBezTo>
                          <a:cubicBezTo>
                            <a:pt x="81" y="107"/>
                            <a:pt x="99" y="90"/>
                            <a:pt x="108" y="63"/>
                          </a:cubicBezTo>
                          <a:lnTo>
                            <a:pt x="679" y="63"/>
                          </a:lnTo>
                          <a:lnTo>
                            <a:pt x="822" y="188"/>
                          </a:lnTo>
                          <a:lnTo>
                            <a:pt x="822" y="259"/>
                          </a:lnTo>
                          <a:cubicBezTo>
                            <a:pt x="804" y="268"/>
                            <a:pt x="777" y="286"/>
                            <a:pt x="777" y="313"/>
                          </a:cubicBezTo>
                          <a:cubicBezTo>
                            <a:pt x="777" y="339"/>
                            <a:pt x="804" y="366"/>
                            <a:pt x="831" y="366"/>
                          </a:cubicBezTo>
                          <a:cubicBezTo>
                            <a:pt x="866" y="366"/>
                            <a:pt x="884" y="339"/>
                            <a:pt x="884" y="313"/>
                          </a:cubicBezTo>
                          <a:cubicBezTo>
                            <a:pt x="884" y="286"/>
                            <a:pt x="866" y="268"/>
                            <a:pt x="839" y="259"/>
                          </a:cubicBezTo>
                          <a:lnTo>
                            <a:pt x="839" y="179"/>
                          </a:lnTo>
                          <a:lnTo>
                            <a:pt x="688" y="45"/>
                          </a:lnTo>
                          <a:lnTo>
                            <a:pt x="108" y="45"/>
                          </a:lnTo>
                          <a:cubicBezTo>
                            <a:pt x="99" y="18"/>
                            <a:pt x="81" y="0"/>
                            <a:pt x="54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7" name="Google Shape;327;p25"/>
                    <p:cNvSpPr/>
                    <p:nvPr/>
                  </p:nvSpPr>
                  <p:spPr>
                    <a:xfrm>
                      <a:off x="3080997" y="1431167"/>
                      <a:ext cx="272752" cy="612030"/>
                    </a:xfrm>
                    <a:custGeom>
                      <a:rect b="b" l="l" r="r" t="t"/>
                      <a:pathLst>
                        <a:path extrusionOk="0" h="11233" w="5006">
                          <a:moveTo>
                            <a:pt x="1036" y="81"/>
                          </a:moveTo>
                          <a:cubicBezTo>
                            <a:pt x="1080" y="99"/>
                            <a:pt x="1125" y="108"/>
                            <a:pt x="1178" y="117"/>
                          </a:cubicBezTo>
                          <a:lnTo>
                            <a:pt x="1178" y="1259"/>
                          </a:lnTo>
                          <a:lnTo>
                            <a:pt x="1036" y="1259"/>
                          </a:lnTo>
                          <a:lnTo>
                            <a:pt x="1036" y="81"/>
                          </a:lnTo>
                          <a:close/>
                          <a:moveTo>
                            <a:pt x="1196" y="126"/>
                          </a:moveTo>
                          <a:cubicBezTo>
                            <a:pt x="1312" y="161"/>
                            <a:pt x="1428" y="197"/>
                            <a:pt x="1553" y="251"/>
                          </a:cubicBezTo>
                          <a:lnTo>
                            <a:pt x="1553" y="732"/>
                          </a:lnTo>
                          <a:lnTo>
                            <a:pt x="1339" y="946"/>
                          </a:lnTo>
                          <a:lnTo>
                            <a:pt x="1339" y="1259"/>
                          </a:lnTo>
                          <a:lnTo>
                            <a:pt x="1196" y="1259"/>
                          </a:lnTo>
                          <a:lnTo>
                            <a:pt x="1196" y="126"/>
                          </a:lnTo>
                          <a:close/>
                          <a:moveTo>
                            <a:pt x="777" y="37"/>
                          </a:moveTo>
                          <a:cubicBezTo>
                            <a:pt x="848" y="45"/>
                            <a:pt x="929" y="63"/>
                            <a:pt x="1018" y="81"/>
                          </a:cubicBezTo>
                          <a:lnTo>
                            <a:pt x="1018" y="1259"/>
                          </a:lnTo>
                          <a:lnTo>
                            <a:pt x="857" y="1259"/>
                          </a:lnTo>
                          <a:cubicBezTo>
                            <a:pt x="857" y="1259"/>
                            <a:pt x="848" y="1268"/>
                            <a:pt x="848" y="1268"/>
                          </a:cubicBezTo>
                          <a:lnTo>
                            <a:pt x="848" y="946"/>
                          </a:lnTo>
                          <a:lnTo>
                            <a:pt x="839" y="938"/>
                          </a:lnTo>
                          <a:lnTo>
                            <a:pt x="643" y="715"/>
                          </a:lnTo>
                          <a:lnTo>
                            <a:pt x="643" y="63"/>
                          </a:lnTo>
                          <a:lnTo>
                            <a:pt x="625" y="63"/>
                          </a:lnTo>
                          <a:lnTo>
                            <a:pt x="625" y="723"/>
                          </a:lnTo>
                          <a:lnTo>
                            <a:pt x="831" y="946"/>
                          </a:lnTo>
                          <a:lnTo>
                            <a:pt x="831" y="1268"/>
                          </a:lnTo>
                          <a:lnTo>
                            <a:pt x="839" y="1268"/>
                          </a:lnTo>
                          <a:cubicBezTo>
                            <a:pt x="795" y="1268"/>
                            <a:pt x="750" y="1303"/>
                            <a:pt x="723" y="1339"/>
                          </a:cubicBezTo>
                          <a:lnTo>
                            <a:pt x="723" y="1330"/>
                          </a:lnTo>
                          <a:lnTo>
                            <a:pt x="358" y="1330"/>
                          </a:lnTo>
                          <a:lnTo>
                            <a:pt x="260" y="1241"/>
                          </a:lnTo>
                          <a:lnTo>
                            <a:pt x="37" y="1241"/>
                          </a:lnTo>
                          <a:lnTo>
                            <a:pt x="37" y="607"/>
                          </a:lnTo>
                          <a:cubicBezTo>
                            <a:pt x="54" y="572"/>
                            <a:pt x="224" y="260"/>
                            <a:pt x="313" y="188"/>
                          </a:cubicBezTo>
                          <a:cubicBezTo>
                            <a:pt x="411" y="117"/>
                            <a:pt x="634" y="37"/>
                            <a:pt x="750" y="37"/>
                          </a:cubicBezTo>
                          <a:close/>
                          <a:moveTo>
                            <a:pt x="1571" y="251"/>
                          </a:moveTo>
                          <a:cubicBezTo>
                            <a:pt x="1919" y="393"/>
                            <a:pt x="2249" y="572"/>
                            <a:pt x="2401" y="768"/>
                          </a:cubicBezTo>
                          <a:cubicBezTo>
                            <a:pt x="2463" y="839"/>
                            <a:pt x="2508" y="946"/>
                            <a:pt x="2552" y="1071"/>
                          </a:cubicBezTo>
                          <a:lnTo>
                            <a:pt x="2053" y="1071"/>
                          </a:lnTo>
                          <a:lnTo>
                            <a:pt x="1794" y="1330"/>
                          </a:lnTo>
                          <a:lnTo>
                            <a:pt x="1482" y="1330"/>
                          </a:lnTo>
                          <a:lnTo>
                            <a:pt x="1482" y="1339"/>
                          </a:lnTo>
                          <a:cubicBezTo>
                            <a:pt x="1455" y="1294"/>
                            <a:pt x="1401" y="1259"/>
                            <a:pt x="1348" y="1259"/>
                          </a:cubicBezTo>
                          <a:lnTo>
                            <a:pt x="1357" y="1259"/>
                          </a:lnTo>
                          <a:lnTo>
                            <a:pt x="1357" y="955"/>
                          </a:lnTo>
                          <a:lnTo>
                            <a:pt x="1571" y="732"/>
                          </a:lnTo>
                          <a:lnTo>
                            <a:pt x="1571" y="251"/>
                          </a:lnTo>
                          <a:close/>
                          <a:moveTo>
                            <a:pt x="2561" y="1089"/>
                          </a:moveTo>
                          <a:cubicBezTo>
                            <a:pt x="2579" y="1143"/>
                            <a:pt x="2597" y="1196"/>
                            <a:pt x="2615" y="1250"/>
                          </a:cubicBezTo>
                          <a:lnTo>
                            <a:pt x="2062" y="1250"/>
                          </a:lnTo>
                          <a:lnTo>
                            <a:pt x="1803" y="1491"/>
                          </a:lnTo>
                          <a:lnTo>
                            <a:pt x="1500" y="1491"/>
                          </a:lnTo>
                          <a:lnTo>
                            <a:pt x="1500" y="1419"/>
                          </a:lnTo>
                          <a:cubicBezTo>
                            <a:pt x="1500" y="1393"/>
                            <a:pt x="1491" y="1366"/>
                            <a:pt x="1482" y="1348"/>
                          </a:cubicBezTo>
                          <a:lnTo>
                            <a:pt x="1803" y="1348"/>
                          </a:lnTo>
                          <a:lnTo>
                            <a:pt x="2062" y="1089"/>
                          </a:lnTo>
                          <a:close/>
                          <a:moveTo>
                            <a:pt x="251" y="1259"/>
                          </a:moveTo>
                          <a:lnTo>
                            <a:pt x="349" y="1348"/>
                          </a:lnTo>
                          <a:lnTo>
                            <a:pt x="723" y="1348"/>
                          </a:lnTo>
                          <a:cubicBezTo>
                            <a:pt x="715" y="1366"/>
                            <a:pt x="706" y="1393"/>
                            <a:pt x="706" y="1419"/>
                          </a:cubicBezTo>
                          <a:lnTo>
                            <a:pt x="706" y="1526"/>
                          </a:lnTo>
                          <a:lnTo>
                            <a:pt x="37" y="1526"/>
                          </a:lnTo>
                          <a:lnTo>
                            <a:pt x="37" y="1259"/>
                          </a:lnTo>
                          <a:close/>
                          <a:moveTo>
                            <a:pt x="2615" y="1268"/>
                          </a:moveTo>
                          <a:cubicBezTo>
                            <a:pt x="2633" y="1303"/>
                            <a:pt x="2642" y="1348"/>
                            <a:pt x="2650" y="1384"/>
                          </a:cubicBezTo>
                          <a:cubicBezTo>
                            <a:pt x="2677" y="1473"/>
                            <a:pt x="2704" y="1571"/>
                            <a:pt x="2740" y="1651"/>
                          </a:cubicBezTo>
                          <a:lnTo>
                            <a:pt x="1500" y="1651"/>
                          </a:lnTo>
                          <a:lnTo>
                            <a:pt x="1500" y="1508"/>
                          </a:lnTo>
                          <a:lnTo>
                            <a:pt x="1812" y="1508"/>
                          </a:lnTo>
                          <a:lnTo>
                            <a:pt x="2062" y="1268"/>
                          </a:lnTo>
                          <a:close/>
                          <a:moveTo>
                            <a:pt x="706" y="1544"/>
                          </a:moveTo>
                          <a:lnTo>
                            <a:pt x="706" y="1687"/>
                          </a:lnTo>
                          <a:lnTo>
                            <a:pt x="37" y="1687"/>
                          </a:lnTo>
                          <a:lnTo>
                            <a:pt x="37" y="1544"/>
                          </a:lnTo>
                          <a:close/>
                          <a:moveTo>
                            <a:pt x="2740" y="1669"/>
                          </a:moveTo>
                          <a:cubicBezTo>
                            <a:pt x="2757" y="1714"/>
                            <a:pt x="2775" y="1758"/>
                            <a:pt x="2793" y="1803"/>
                          </a:cubicBezTo>
                          <a:lnTo>
                            <a:pt x="1500" y="1803"/>
                          </a:lnTo>
                          <a:lnTo>
                            <a:pt x="1500" y="1669"/>
                          </a:lnTo>
                          <a:close/>
                          <a:moveTo>
                            <a:pt x="706" y="1705"/>
                          </a:moveTo>
                          <a:lnTo>
                            <a:pt x="706" y="1839"/>
                          </a:lnTo>
                          <a:lnTo>
                            <a:pt x="384" y="1839"/>
                          </a:lnTo>
                          <a:lnTo>
                            <a:pt x="277" y="1928"/>
                          </a:lnTo>
                          <a:lnTo>
                            <a:pt x="37" y="1928"/>
                          </a:lnTo>
                          <a:lnTo>
                            <a:pt x="37" y="1705"/>
                          </a:lnTo>
                          <a:close/>
                          <a:moveTo>
                            <a:pt x="2802" y="1821"/>
                          </a:moveTo>
                          <a:cubicBezTo>
                            <a:pt x="2820" y="1865"/>
                            <a:pt x="2847" y="1910"/>
                            <a:pt x="2873" y="1955"/>
                          </a:cubicBezTo>
                          <a:cubicBezTo>
                            <a:pt x="2891" y="1981"/>
                            <a:pt x="2945" y="2035"/>
                            <a:pt x="2989" y="2070"/>
                          </a:cubicBezTo>
                          <a:lnTo>
                            <a:pt x="1937" y="2070"/>
                          </a:lnTo>
                          <a:lnTo>
                            <a:pt x="1767" y="1928"/>
                          </a:lnTo>
                          <a:lnTo>
                            <a:pt x="1500" y="1928"/>
                          </a:lnTo>
                          <a:lnTo>
                            <a:pt x="1500" y="1946"/>
                          </a:lnTo>
                          <a:lnTo>
                            <a:pt x="1758" y="1946"/>
                          </a:lnTo>
                          <a:lnTo>
                            <a:pt x="1928" y="2088"/>
                          </a:lnTo>
                          <a:lnTo>
                            <a:pt x="3016" y="2088"/>
                          </a:lnTo>
                          <a:cubicBezTo>
                            <a:pt x="3043" y="2115"/>
                            <a:pt x="3070" y="2133"/>
                            <a:pt x="3070" y="2142"/>
                          </a:cubicBezTo>
                          <a:cubicBezTo>
                            <a:pt x="3079" y="2142"/>
                            <a:pt x="3114" y="2160"/>
                            <a:pt x="3168" y="2204"/>
                          </a:cubicBezTo>
                          <a:lnTo>
                            <a:pt x="2249" y="2204"/>
                          </a:lnTo>
                          <a:cubicBezTo>
                            <a:pt x="2240" y="2169"/>
                            <a:pt x="2222" y="2151"/>
                            <a:pt x="2187" y="2151"/>
                          </a:cubicBezTo>
                          <a:cubicBezTo>
                            <a:pt x="2151" y="2151"/>
                            <a:pt x="2124" y="2178"/>
                            <a:pt x="2124" y="2213"/>
                          </a:cubicBezTo>
                          <a:cubicBezTo>
                            <a:pt x="2124" y="2240"/>
                            <a:pt x="2151" y="2267"/>
                            <a:pt x="2187" y="2267"/>
                          </a:cubicBezTo>
                          <a:cubicBezTo>
                            <a:pt x="2222" y="2267"/>
                            <a:pt x="2240" y="2249"/>
                            <a:pt x="2249" y="2222"/>
                          </a:cubicBezTo>
                          <a:lnTo>
                            <a:pt x="3195" y="2222"/>
                          </a:lnTo>
                          <a:cubicBezTo>
                            <a:pt x="3266" y="2267"/>
                            <a:pt x="3364" y="2338"/>
                            <a:pt x="3471" y="2409"/>
                          </a:cubicBezTo>
                          <a:lnTo>
                            <a:pt x="2909" y="2409"/>
                          </a:lnTo>
                          <a:lnTo>
                            <a:pt x="2749" y="2294"/>
                          </a:lnTo>
                          <a:lnTo>
                            <a:pt x="2392" y="2294"/>
                          </a:lnTo>
                          <a:cubicBezTo>
                            <a:pt x="2392" y="2267"/>
                            <a:pt x="2374" y="2249"/>
                            <a:pt x="2347" y="2249"/>
                          </a:cubicBezTo>
                          <a:cubicBezTo>
                            <a:pt x="2311" y="2249"/>
                            <a:pt x="2294" y="2267"/>
                            <a:pt x="2294" y="2302"/>
                          </a:cubicBezTo>
                          <a:cubicBezTo>
                            <a:pt x="2294" y="2329"/>
                            <a:pt x="2311" y="2356"/>
                            <a:pt x="2347" y="2356"/>
                          </a:cubicBezTo>
                          <a:cubicBezTo>
                            <a:pt x="2374" y="2356"/>
                            <a:pt x="2392" y="2338"/>
                            <a:pt x="2392" y="2311"/>
                          </a:cubicBezTo>
                          <a:lnTo>
                            <a:pt x="2740" y="2311"/>
                          </a:lnTo>
                          <a:lnTo>
                            <a:pt x="2909" y="2427"/>
                          </a:lnTo>
                          <a:lnTo>
                            <a:pt x="3498" y="2427"/>
                          </a:lnTo>
                          <a:cubicBezTo>
                            <a:pt x="3569" y="2481"/>
                            <a:pt x="3650" y="2534"/>
                            <a:pt x="3721" y="2588"/>
                          </a:cubicBezTo>
                          <a:lnTo>
                            <a:pt x="3418" y="2588"/>
                          </a:lnTo>
                          <a:lnTo>
                            <a:pt x="3123" y="2882"/>
                          </a:lnTo>
                          <a:cubicBezTo>
                            <a:pt x="3114" y="2873"/>
                            <a:pt x="3105" y="2873"/>
                            <a:pt x="3096" y="2873"/>
                          </a:cubicBezTo>
                          <a:cubicBezTo>
                            <a:pt x="3061" y="2873"/>
                            <a:pt x="3043" y="2891"/>
                            <a:pt x="3043" y="2927"/>
                          </a:cubicBezTo>
                          <a:cubicBezTo>
                            <a:pt x="3043" y="2954"/>
                            <a:pt x="3061" y="2980"/>
                            <a:pt x="3096" y="2980"/>
                          </a:cubicBezTo>
                          <a:cubicBezTo>
                            <a:pt x="3123" y="2980"/>
                            <a:pt x="3150" y="2954"/>
                            <a:pt x="3150" y="2927"/>
                          </a:cubicBezTo>
                          <a:cubicBezTo>
                            <a:pt x="3150" y="2909"/>
                            <a:pt x="3141" y="2900"/>
                            <a:pt x="3141" y="2891"/>
                          </a:cubicBezTo>
                          <a:lnTo>
                            <a:pt x="3427" y="2615"/>
                          </a:lnTo>
                          <a:lnTo>
                            <a:pt x="3748" y="2615"/>
                          </a:lnTo>
                          <a:cubicBezTo>
                            <a:pt x="3792" y="2641"/>
                            <a:pt x="3837" y="2677"/>
                            <a:pt x="3882" y="2713"/>
                          </a:cubicBezTo>
                          <a:lnTo>
                            <a:pt x="3623" y="2713"/>
                          </a:lnTo>
                          <a:lnTo>
                            <a:pt x="3302" y="3025"/>
                          </a:lnTo>
                          <a:cubicBezTo>
                            <a:pt x="3293" y="3025"/>
                            <a:pt x="3284" y="3016"/>
                            <a:pt x="3275" y="3016"/>
                          </a:cubicBezTo>
                          <a:cubicBezTo>
                            <a:pt x="3239" y="3016"/>
                            <a:pt x="3221" y="3043"/>
                            <a:pt x="3221" y="3070"/>
                          </a:cubicBezTo>
                          <a:cubicBezTo>
                            <a:pt x="3221" y="3105"/>
                            <a:pt x="3239" y="3123"/>
                            <a:pt x="3275" y="3123"/>
                          </a:cubicBezTo>
                          <a:cubicBezTo>
                            <a:pt x="3302" y="3123"/>
                            <a:pt x="3328" y="3105"/>
                            <a:pt x="3328" y="3070"/>
                          </a:cubicBezTo>
                          <a:cubicBezTo>
                            <a:pt x="3328" y="3061"/>
                            <a:pt x="3320" y="3052"/>
                            <a:pt x="3311" y="3043"/>
                          </a:cubicBezTo>
                          <a:lnTo>
                            <a:pt x="3632" y="2731"/>
                          </a:lnTo>
                          <a:lnTo>
                            <a:pt x="3899" y="2731"/>
                          </a:lnTo>
                          <a:cubicBezTo>
                            <a:pt x="3971" y="2784"/>
                            <a:pt x="4033" y="2838"/>
                            <a:pt x="4078" y="2891"/>
                          </a:cubicBezTo>
                          <a:lnTo>
                            <a:pt x="3801" y="2891"/>
                          </a:lnTo>
                          <a:lnTo>
                            <a:pt x="3498" y="3177"/>
                          </a:lnTo>
                          <a:cubicBezTo>
                            <a:pt x="3489" y="3177"/>
                            <a:pt x="3480" y="3168"/>
                            <a:pt x="3471" y="3168"/>
                          </a:cubicBezTo>
                          <a:cubicBezTo>
                            <a:pt x="3444" y="3168"/>
                            <a:pt x="3418" y="3195"/>
                            <a:pt x="3418" y="3221"/>
                          </a:cubicBezTo>
                          <a:cubicBezTo>
                            <a:pt x="3418" y="3248"/>
                            <a:pt x="3444" y="3275"/>
                            <a:pt x="3471" y="3275"/>
                          </a:cubicBezTo>
                          <a:cubicBezTo>
                            <a:pt x="3498" y="3275"/>
                            <a:pt x="3525" y="3248"/>
                            <a:pt x="3525" y="3221"/>
                          </a:cubicBezTo>
                          <a:cubicBezTo>
                            <a:pt x="3525" y="3212"/>
                            <a:pt x="3516" y="3195"/>
                            <a:pt x="3516" y="3186"/>
                          </a:cubicBezTo>
                          <a:lnTo>
                            <a:pt x="3810" y="2909"/>
                          </a:lnTo>
                          <a:lnTo>
                            <a:pt x="4096" y="2909"/>
                          </a:lnTo>
                          <a:cubicBezTo>
                            <a:pt x="4122" y="2927"/>
                            <a:pt x="4140" y="2945"/>
                            <a:pt x="4149" y="2972"/>
                          </a:cubicBezTo>
                          <a:cubicBezTo>
                            <a:pt x="4176" y="2998"/>
                            <a:pt x="4194" y="3025"/>
                            <a:pt x="4212" y="3052"/>
                          </a:cubicBezTo>
                          <a:lnTo>
                            <a:pt x="3623" y="3605"/>
                          </a:lnTo>
                          <a:lnTo>
                            <a:pt x="3623" y="4470"/>
                          </a:lnTo>
                          <a:lnTo>
                            <a:pt x="3382" y="4470"/>
                          </a:lnTo>
                          <a:lnTo>
                            <a:pt x="3382" y="3944"/>
                          </a:lnTo>
                          <a:lnTo>
                            <a:pt x="3373" y="3935"/>
                          </a:lnTo>
                          <a:lnTo>
                            <a:pt x="3061" y="3641"/>
                          </a:lnTo>
                          <a:lnTo>
                            <a:pt x="2204" y="3641"/>
                          </a:lnTo>
                          <a:lnTo>
                            <a:pt x="1401" y="2802"/>
                          </a:lnTo>
                          <a:lnTo>
                            <a:pt x="1401" y="2053"/>
                          </a:lnTo>
                          <a:lnTo>
                            <a:pt x="1393" y="2053"/>
                          </a:lnTo>
                          <a:cubicBezTo>
                            <a:pt x="1455" y="2035"/>
                            <a:pt x="1500" y="1972"/>
                            <a:pt x="1500" y="1901"/>
                          </a:cubicBezTo>
                          <a:lnTo>
                            <a:pt x="1500" y="1821"/>
                          </a:lnTo>
                          <a:close/>
                          <a:moveTo>
                            <a:pt x="4229" y="3070"/>
                          </a:moveTo>
                          <a:cubicBezTo>
                            <a:pt x="4292" y="3168"/>
                            <a:pt x="4354" y="3275"/>
                            <a:pt x="4417" y="3400"/>
                          </a:cubicBezTo>
                          <a:lnTo>
                            <a:pt x="3837" y="3926"/>
                          </a:lnTo>
                          <a:lnTo>
                            <a:pt x="3837" y="4470"/>
                          </a:lnTo>
                          <a:lnTo>
                            <a:pt x="3864" y="4470"/>
                          </a:lnTo>
                          <a:lnTo>
                            <a:pt x="3864" y="3935"/>
                          </a:lnTo>
                          <a:lnTo>
                            <a:pt x="4426" y="3418"/>
                          </a:lnTo>
                          <a:cubicBezTo>
                            <a:pt x="4461" y="3471"/>
                            <a:pt x="4488" y="3534"/>
                            <a:pt x="4515" y="3596"/>
                          </a:cubicBezTo>
                          <a:lnTo>
                            <a:pt x="4176" y="3899"/>
                          </a:lnTo>
                          <a:lnTo>
                            <a:pt x="4176" y="4113"/>
                          </a:lnTo>
                          <a:cubicBezTo>
                            <a:pt x="4149" y="4122"/>
                            <a:pt x="4131" y="4140"/>
                            <a:pt x="4131" y="4167"/>
                          </a:cubicBezTo>
                          <a:cubicBezTo>
                            <a:pt x="4131" y="4194"/>
                            <a:pt x="4149" y="4220"/>
                            <a:pt x="4185" y="4220"/>
                          </a:cubicBezTo>
                          <a:cubicBezTo>
                            <a:pt x="4212" y="4220"/>
                            <a:pt x="4238" y="4194"/>
                            <a:pt x="4238" y="4167"/>
                          </a:cubicBezTo>
                          <a:cubicBezTo>
                            <a:pt x="4238" y="4140"/>
                            <a:pt x="4221" y="4122"/>
                            <a:pt x="4194" y="4113"/>
                          </a:cubicBezTo>
                          <a:lnTo>
                            <a:pt x="4194" y="3908"/>
                          </a:lnTo>
                          <a:lnTo>
                            <a:pt x="4524" y="3605"/>
                          </a:lnTo>
                          <a:cubicBezTo>
                            <a:pt x="4676" y="3917"/>
                            <a:pt x="4800" y="4256"/>
                            <a:pt x="4872" y="4533"/>
                          </a:cubicBezTo>
                          <a:lnTo>
                            <a:pt x="4658" y="4533"/>
                          </a:lnTo>
                          <a:lnTo>
                            <a:pt x="4577" y="4658"/>
                          </a:lnTo>
                          <a:lnTo>
                            <a:pt x="4051" y="4658"/>
                          </a:lnTo>
                          <a:lnTo>
                            <a:pt x="4051" y="4675"/>
                          </a:lnTo>
                          <a:lnTo>
                            <a:pt x="4595" y="4675"/>
                          </a:lnTo>
                          <a:lnTo>
                            <a:pt x="4667" y="4551"/>
                          </a:lnTo>
                          <a:lnTo>
                            <a:pt x="4881" y="4551"/>
                          </a:lnTo>
                          <a:cubicBezTo>
                            <a:pt x="4899" y="4613"/>
                            <a:pt x="4916" y="4675"/>
                            <a:pt x="4925" y="4738"/>
                          </a:cubicBezTo>
                          <a:cubicBezTo>
                            <a:pt x="4925" y="4782"/>
                            <a:pt x="4934" y="4827"/>
                            <a:pt x="4934" y="4881"/>
                          </a:cubicBezTo>
                          <a:lnTo>
                            <a:pt x="4051" y="4881"/>
                          </a:lnTo>
                          <a:lnTo>
                            <a:pt x="4051" y="4693"/>
                          </a:lnTo>
                          <a:cubicBezTo>
                            <a:pt x="4051" y="4568"/>
                            <a:pt x="3953" y="4470"/>
                            <a:pt x="3837" y="4470"/>
                          </a:cubicBezTo>
                          <a:lnTo>
                            <a:pt x="3641" y="4470"/>
                          </a:lnTo>
                          <a:lnTo>
                            <a:pt x="3641" y="3614"/>
                          </a:lnTo>
                          <a:lnTo>
                            <a:pt x="4229" y="3070"/>
                          </a:lnTo>
                          <a:close/>
                          <a:moveTo>
                            <a:pt x="804" y="2053"/>
                          </a:moveTo>
                          <a:lnTo>
                            <a:pt x="804" y="2811"/>
                          </a:lnTo>
                          <a:lnTo>
                            <a:pt x="1660" y="3658"/>
                          </a:lnTo>
                          <a:lnTo>
                            <a:pt x="1660" y="4533"/>
                          </a:lnTo>
                          <a:lnTo>
                            <a:pt x="1303" y="4881"/>
                          </a:lnTo>
                          <a:lnTo>
                            <a:pt x="866" y="4881"/>
                          </a:lnTo>
                          <a:lnTo>
                            <a:pt x="866" y="4898"/>
                          </a:lnTo>
                          <a:lnTo>
                            <a:pt x="1312" y="4898"/>
                          </a:lnTo>
                          <a:lnTo>
                            <a:pt x="1321" y="4890"/>
                          </a:lnTo>
                          <a:lnTo>
                            <a:pt x="1678" y="4542"/>
                          </a:lnTo>
                          <a:lnTo>
                            <a:pt x="1678" y="3650"/>
                          </a:lnTo>
                          <a:lnTo>
                            <a:pt x="822" y="2802"/>
                          </a:lnTo>
                          <a:lnTo>
                            <a:pt x="822" y="2053"/>
                          </a:lnTo>
                          <a:close/>
                          <a:moveTo>
                            <a:pt x="4943" y="4898"/>
                          </a:moveTo>
                          <a:cubicBezTo>
                            <a:pt x="4943" y="4970"/>
                            <a:pt x="4952" y="5050"/>
                            <a:pt x="4952" y="5130"/>
                          </a:cubicBezTo>
                          <a:lnTo>
                            <a:pt x="4051" y="5130"/>
                          </a:lnTo>
                          <a:lnTo>
                            <a:pt x="4051" y="4898"/>
                          </a:lnTo>
                          <a:close/>
                          <a:moveTo>
                            <a:pt x="4952" y="5148"/>
                          </a:moveTo>
                          <a:cubicBezTo>
                            <a:pt x="4952" y="5255"/>
                            <a:pt x="4952" y="5371"/>
                            <a:pt x="4952" y="5478"/>
                          </a:cubicBezTo>
                          <a:lnTo>
                            <a:pt x="4720" y="5478"/>
                          </a:lnTo>
                          <a:lnTo>
                            <a:pt x="4613" y="5362"/>
                          </a:lnTo>
                          <a:lnTo>
                            <a:pt x="4051" y="5362"/>
                          </a:lnTo>
                          <a:lnTo>
                            <a:pt x="4051" y="5148"/>
                          </a:lnTo>
                          <a:close/>
                          <a:moveTo>
                            <a:pt x="4051" y="5371"/>
                          </a:moveTo>
                          <a:lnTo>
                            <a:pt x="4051" y="5380"/>
                          </a:lnTo>
                          <a:lnTo>
                            <a:pt x="4604" y="5380"/>
                          </a:lnTo>
                          <a:lnTo>
                            <a:pt x="4711" y="5496"/>
                          </a:lnTo>
                          <a:lnTo>
                            <a:pt x="4952" y="5496"/>
                          </a:lnTo>
                          <a:cubicBezTo>
                            <a:pt x="4952" y="5559"/>
                            <a:pt x="4943" y="5621"/>
                            <a:pt x="4943" y="5675"/>
                          </a:cubicBezTo>
                          <a:lnTo>
                            <a:pt x="4765" y="5675"/>
                          </a:lnTo>
                          <a:lnTo>
                            <a:pt x="4693" y="5612"/>
                          </a:lnTo>
                          <a:cubicBezTo>
                            <a:pt x="4693" y="5612"/>
                            <a:pt x="4702" y="5612"/>
                            <a:pt x="4702" y="5603"/>
                          </a:cubicBezTo>
                          <a:cubicBezTo>
                            <a:pt x="4711" y="5585"/>
                            <a:pt x="4702" y="5550"/>
                            <a:pt x="4676" y="5532"/>
                          </a:cubicBezTo>
                          <a:cubicBezTo>
                            <a:pt x="4669" y="5530"/>
                            <a:pt x="4662" y="5528"/>
                            <a:pt x="4654" y="5528"/>
                          </a:cubicBezTo>
                          <a:cubicBezTo>
                            <a:pt x="4633" y="5528"/>
                            <a:pt x="4611" y="5539"/>
                            <a:pt x="4604" y="5559"/>
                          </a:cubicBezTo>
                          <a:cubicBezTo>
                            <a:pt x="4586" y="5585"/>
                            <a:pt x="4604" y="5621"/>
                            <a:pt x="4631" y="5630"/>
                          </a:cubicBezTo>
                          <a:cubicBezTo>
                            <a:pt x="4638" y="5634"/>
                            <a:pt x="4646" y="5636"/>
                            <a:pt x="4653" y="5636"/>
                          </a:cubicBezTo>
                          <a:cubicBezTo>
                            <a:pt x="4664" y="5636"/>
                            <a:pt x="4674" y="5632"/>
                            <a:pt x="4684" y="5621"/>
                          </a:cubicBezTo>
                          <a:lnTo>
                            <a:pt x="4765" y="5692"/>
                          </a:lnTo>
                          <a:lnTo>
                            <a:pt x="4943" y="5692"/>
                          </a:lnTo>
                          <a:cubicBezTo>
                            <a:pt x="4943" y="5737"/>
                            <a:pt x="4934" y="5773"/>
                            <a:pt x="4934" y="5817"/>
                          </a:cubicBezTo>
                          <a:lnTo>
                            <a:pt x="4649" y="5817"/>
                          </a:lnTo>
                          <a:lnTo>
                            <a:pt x="4568" y="5728"/>
                          </a:lnTo>
                          <a:cubicBezTo>
                            <a:pt x="4568" y="5728"/>
                            <a:pt x="4568" y="5728"/>
                            <a:pt x="4577" y="5719"/>
                          </a:cubicBezTo>
                          <a:cubicBezTo>
                            <a:pt x="4586" y="5692"/>
                            <a:pt x="4577" y="5666"/>
                            <a:pt x="4551" y="5648"/>
                          </a:cubicBezTo>
                          <a:cubicBezTo>
                            <a:pt x="4544" y="5646"/>
                            <a:pt x="4537" y="5644"/>
                            <a:pt x="4529" y="5644"/>
                          </a:cubicBezTo>
                          <a:cubicBezTo>
                            <a:pt x="4508" y="5644"/>
                            <a:pt x="4486" y="5655"/>
                            <a:pt x="4479" y="5675"/>
                          </a:cubicBezTo>
                          <a:cubicBezTo>
                            <a:pt x="4461" y="5701"/>
                            <a:pt x="4479" y="5737"/>
                            <a:pt x="4497" y="5746"/>
                          </a:cubicBezTo>
                          <a:cubicBezTo>
                            <a:pt x="4510" y="5750"/>
                            <a:pt x="4522" y="5753"/>
                            <a:pt x="4532" y="5753"/>
                          </a:cubicBezTo>
                          <a:cubicBezTo>
                            <a:pt x="4542" y="5753"/>
                            <a:pt x="4551" y="5750"/>
                            <a:pt x="4560" y="5746"/>
                          </a:cubicBezTo>
                          <a:lnTo>
                            <a:pt x="4640" y="5835"/>
                          </a:lnTo>
                          <a:lnTo>
                            <a:pt x="4934" y="5835"/>
                          </a:lnTo>
                          <a:cubicBezTo>
                            <a:pt x="4925" y="5862"/>
                            <a:pt x="4925" y="5898"/>
                            <a:pt x="4916" y="5924"/>
                          </a:cubicBezTo>
                          <a:lnTo>
                            <a:pt x="4542" y="5924"/>
                          </a:lnTo>
                          <a:lnTo>
                            <a:pt x="4461" y="5853"/>
                          </a:lnTo>
                          <a:cubicBezTo>
                            <a:pt x="4479" y="5826"/>
                            <a:pt x="4461" y="5791"/>
                            <a:pt x="4435" y="5782"/>
                          </a:cubicBezTo>
                          <a:cubicBezTo>
                            <a:pt x="4427" y="5777"/>
                            <a:pt x="4420" y="5774"/>
                            <a:pt x="4412" y="5774"/>
                          </a:cubicBezTo>
                          <a:cubicBezTo>
                            <a:pt x="4394" y="5774"/>
                            <a:pt x="4376" y="5789"/>
                            <a:pt x="4363" y="5808"/>
                          </a:cubicBezTo>
                          <a:cubicBezTo>
                            <a:pt x="4354" y="5835"/>
                            <a:pt x="4363" y="5862"/>
                            <a:pt x="4390" y="5880"/>
                          </a:cubicBezTo>
                          <a:cubicBezTo>
                            <a:pt x="4395" y="5882"/>
                            <a:pt x="4401" y="5883"/>
                            <a:pt x="4408" y="5883"/>
                          </a:cubicBezTo>
                          <a:cubicBezTo>
                            <a:pt x="4423" y="5883"/>
                            <a:pt x="4440" y="5877"/>
                            <a:pt x="4452" y="5871"/>
                          </a:cubicBezTo>
                          <a:lnTo>
                            <a:pt x="4533" y="5942"/>
                          </a:lnTo>
                          <a:lnTo>
                            <a:pt x="4916" y="5942"/>
                          </a:lnTo>
                          <a:cubicBezTo>
                            <a:pt x="4916" y="5960"/>
                            <a:pt x="4907" y="5978"/>
                            <a:pt x="4907" y="6005"/>
                          </a:cubicBezTo>
                          <a:cubicBezTo>
                            <a:pt x="4899" y="6022"/>
                            <a:pt x="4899" y="6049"/>
                            <a:pt x="4890" y="6067"/>
                          </a:cubicBezTo>
                          <a:lnTo>
                            <a:pt x="4328" y="6067"/>
                          </a:lnTo>
                          <a:lnTo>
                            <a:pt x="4221" y="5969"/>
                          </a:lnTo>
                          <a:cubicBezTo>
                            <a:pt x="4229" y="5960"/>
                            <a:pt x="4229" y="5960"/>
                            <a:pt x="4229" y="5960"/>
                          </a:cubicBezTo>
                          <a:cubicBezTo>
                            <a:pt x="4247" y="5933"/>
                            <a:pt x="4229" y="5898"/>
                            <a:pt x="4203" y="5889"/>
                          </a:cubicBezTo>
                          <a:cubicBezTo>
                            <a:pt x="4193" y="5882"/>
                            <a:pt x="4184" y="5879"/>
                            <a:pt x="4175" y="5879"/>
                          </a:cubicBezTo>
                          <a:cubicBezTo>
                            <a:pt x="4158" y="5879"/>
                            <a:pt x="4143" y="5889"/>
                            <a:pt x="4131" y="5907"/>
                          </a:cubicBezTo>
                          <a:cubicBezTo>
                            <a:pt x="4122" y="5933"/>
                            <a:pt x="4131" y="5969"/>
                            <a:pt x="4158" y="5978"/>
                          </a:cubicBezTo>
                          <a:cubicBezTo>
                            <a:pt x="4167" y="5982"/>
                            <a:pt x="4176" y="5985"/>
                            <a:pt x="4185" y="5985"/>
                          </a:cubicBezTo>
                          <a:cubicBezTo>
                            <a:pt x="4194" y="5985"/>
                            <a:pt x="4203" y="5982"/>
                            <a:pt x="4212" y="5978"/>
                          </a:cubicBezTo>
                          <a:lnTo>
                            <a:pt x="4319" y="6085"/>
                          </a:lnTo>
                          <a:lnTo>
                            <a:pt x="4890" y="6085"/>
                          </a:lnTo>
                          <a:cubicBezTo>
                            <a:pt x="4881" y="6121"/>
                            <a:pt x="4863" y="6156"/>
                            <a:pt x="4854" y="6192"/>
                          </a:cubicBezTo>
                          <a:lnTo>
                            <a:pt x="4122" y="6192"/>
                          </a:lnTo>
                          <a:lnTo>
                            <a:pt x="3882" y="5924"/>
                          </a:lnTo>
                          <a:lnTo>
                            <a:pt x="3882" y="5576"/>
                          </a:lnTo>
                          <a:lnTo>
                            <a:pt x="3864" y="5576"/>
                          </a:lnTo>
                          <a:lnTo>
                            <a:pt x="3864" y="5933"/>
                          </a:lnTo>
                          <a:lnTo>
                            <a:pt x="4113" y="6210"/>
                          </a:lnTo>
                          <a:lnTo>
                            <a:pt x="4854" y="6210"/>
                          </a:lnTo>
                          <a:cubicBezTo>
                            <a:pt x="4827" y="6272"/>
                            <a:pt x="4809" y="6335"/>
                            <a:pt x="4783" y="6406"/>
                          </a:cubicBezTo>
                          <a:lnTo>
                            <a:pt x="4783" y="6397"/>
                          </a:lnTo>
                          <a:lnTo>
                            <a:pt x="4087" y="6397"/>
                          </a:lnTo>
                          <a:lnTo>
                            <a:pt x="3641" y="5960"/>
                          </a:lnTo>
                          <a:lnTo>
                            <a:pt x="3641" y="5576"/>
                          </a:lnTo>
                          <a:lnTo>
                            <a:pt x="3837" y="5576"/>
                          </a:lnTo>
                          <a:cubicBezTo>
                            <a:pt x="3953" y="5576"/>
                            <a:pt x="4042" y="5487"/>
                            <a:pt x="4051" y="5371"/>
                          </a:cubicBezTo>
                          <a:close/>
                          <a:moveTo>
                            <a:pt x="3623" y="5576"/>
                          </a:moveTo>
                          <a:lnTo>
                            <a:pt x="3623" y="5969"/>
                          </a:lnTo>
                          <a:lnTo>
                            <a:pt x="4078" y="6415"/>
                          </a:lnTo>
                          <a:lnTo>
                            <a:pt x="4774" y="6415"/>
                          </a:lnTo>
                          <a:cubicBezTo>
                            <a:pt x="4756" y="6486"/>
                            <a:pt x="4729" y="6558"/>
                            <a:pt x="4702" y="6620"/>
                          </a:cubicBezTo>
                          <a:lnTo>
                            <a:pt x="4060" y="6620"/>
                          </a:lnTo>
                          <a:lnTo>
                            <a:pt x="3400" y="5924"/>
                          </a:lnTo>
                          <a:lnTo>
                            <a:pt x="3400" y="5576"/>
                          </a:lnTo>
                          <a:close/>
                          <a:moveTo>
                            <a:pt x="3382" y="5576"/>
                          </a:moveTo>
                          <a:lnTo>
                            <a:pt x="3382" y="5933"/>
                          </a:lnTo>
                          <a:lnTo>
                            <a:pt x="4051" y="6638"/>
                          </a:lnTo>
                          <a:lnTo>
                            <a:pt x="4693" y="6638"/>
                          </a:lnTo>
                          <a:cubicBezTo>
                            <a:pt x="4667" y="6709"/>
                            <a:pt x="4640" y="6790"/>
                            <a:pt x="4613" y="6861"/>
                          </a:cubicBezTo>
                          <a:lnTo>
                            <a:pt x="4060" y="6861"/>
                          </a:lnTo>
                          <a:lnTo>
                            <a:pt x="3168" y="5951"/>
                          </a:lnTo>
                          <a:lnTo>
                            <a:pt x="3177" y="5576"/>
                          </a:lnTo>
                          <a:close/>
                          <a:moveTo>
                            <a:pt x="4533" y="8262"/>
                          </a:moveTo>
                          <a:cubicBezTo>
                            <a:pt x="4542" y="8297"/>
                            <a:pt x="4542" y="8342"/>
                            <a:pt x="4551" y="8378"/>
                          </a:cubicBezTo>
                          <a:lnTo>
                            <a:pt x="4238" y="8378"/>
                          </a:lnTo>
                          <a:lnTo>
                            <a:pt x="4051" y="8503"/>
                          </a:lnTo>
                          <a:lnTo>
                            <a:pt x="3659" y="8503"/>
                          </a:lnTo>
                          <a:lnTo>
                            <a:pt x="3659" y="8413"/>
                          </a:lnTo>
                          <a:cubicBezTo>
                            <a:pt x="3659" y="8404"/>
                            <a:pt x="3659" y="8404"/>
                            <a:pt x="3659" y="8395"/>
                          </a:cubicBezTo>
                          <a:lnTo>
                            <a:pt x="4060" y="8395"/>
                          </a:lnTo>
                          <a:lnTo>
                            <a:pt x="4247" y="8262"/>
                          </a:lnTo>
                          <a:close/>
                          <a:moveTo>
                            <a:pt x="4551" y="8395"/>
                          </a:moveTo>
                          <a:cubicBezTo>
                            <a:pt x="4560" y="8511"/>
                            <a:pt x="4560" y="8619"/>
                            <a:pt x="4560" y="8717"/>
                          </a:cubicBezTo>
                          <a:lnTo>
                            <a:pt x="4212" y="8717"/>
                          </a:lnTo>
                          <a:lnTo>
                            <a:pt x="4087" y="8592"/>
                          </a:lnTo>
                          <a:lnTo>
                            <a:pt x="3659" y="8592"/>
                          </a:lnTo>
                          <a:lnTo>
                            <a:pt x="3659" y="8520"/>
                          </a:lnTo>
                          <a:lnTo>
                            <a:pt x="4060" y="8520"/>
                          </a:lnTo>
                          <a:lnTo>
                            <a:pt x="4247" y="8395"/>
                          </a:lnTo>
                          <a:close/>
                          <a:moveTo>
                            <a:pt x="4078" y="8610"/>
                          </a:moveTo>
                          <a:lnTo>
                            <a:pt x="4203" y="8734"/>
                          </a:lnTo>
                          <a:lnTo>
                            <a:pt x="4560" y="8734"/>
                          </a:lnTo>
                          <a:cubicBezTo>
                            <a:pt x="4551" y="8761"/>
                            <a:pt x="4551" y="8797"/>
                            <a:pt x="4551" y="8824"/>
                          </a:cubicBezTo>
                          <a:lnTo>
                            <a:pt x="4212" y="8824"/>
                          </a:lnTo>
                          <a:lnTo>
                            <a:pt x="4060" y="8690"/>
                          </a:lnTo>
                          <a:lnTo>
                            <a:pt x="3659" y="8690"/>
                          </a:lnTo>
                          <a:lnTo>
                            <a:pt x="3659" y="8610"/>
                          </a:lnTo>
                          <a:close/>
                          <a:moveTo>
                            <a:pt x="322" y="8333"/>
                          </a:moveTo>
                          <a:lnTo>
                            <a:pt x="679" y="8699"/>
                          </a:lnTo>
                          <a:lnTo>
                            <a:pt x="679" y="9002"/>
                          </a:lnTo>
                          <a:lnTo>
                            <a:pt x="581" y="9002"/>
                          </a:lnTo>
                          <a:lnTo>
                            <a:pt x="581" y="8761"/>
                          </a:lnTo>
                          <a:lnTo>
                            <a:pt x="322" y="8529"/>
                          </a:lnTo>
                          <a:lnTo>
                            <a:pt x="37" y="8529"/>
                          </a:lnTo>
                          <a:lnTo>
                            <a:pt x="37" y="8333"/>
                          </a:lnTo>
                          <a:close/>
                          <a:moveTo>
                            <a:pt x="322" y="8181"/>
                          </a:moveTo>
                          <a:lnTo>
                            <a:pt x="857" y="8699"/>
                          </a:lnTo>
                          <a:lnTo>
                            <a:pt x="857" y="9002"/>
                          </a:lnTo>
                          <a:lnTo>
                            <a:pt x="697" y="9002"/>
                          </a:lnTo>
                          <a:lnTo>
                            <a:pt x="697" y="8699"/>
                          </a:lnTo>
                          <a:lnTo>
                            <a:pt x="331" y="8315"/>
                          </a:lnTo>
                          <a:lnTo>
                            <a:pt x="37" y="8315"/>
                          </a:lnTo>
                          <a:lnTo>
                            <a:pt x="37" y="8181"/>
                          </a:lnTo>
                          <a:close/>
                          <a:moveTo>
                            <a:pt x="706" y="1856"/>
                          </a:moveTo>
                          <a:lnTo>
                            <a:pt x="706" y="1901"/>
                          </a:lnTo>
                          <a:cubicBezTo>
                            <a:pt x="706" y="1972"/>
                            <a:pt x="750" y="2035"/>
                            <a:pt x="822" y="2053"/>
                          </a:cubicBezTo>
                          <a:cubicBezTo>
                            <a:pt x="831" y="2053"/>
                            <a:pt x="848" y="2062"/>
                            <a:pt x="857" y="2062"/>
                          </a:cubicBezTo>
                          <a:lnTo>
                            <a:pt x="964" y="2062"/>
                          </a:lnTo>
                          <a:lnTo>
                            <a:pt x="964" y="2802"/>
                          </a:lnTo>
                          <a:lnTo>
                            <a:pt x="1812" y="3658"/>
                          </a:lnTo>
                          <a:lnTo>
                            <a:pt x="1812" y="4747"/>
                          </a:lnTo>
                          <a:lnTo>
                            <a:pt x="1455" y="5077"/>
                          </a:lnTo>
                          <a:lnTo>
                            <a:pt x="866" y="5077"/>
                          </a:lnTo>
                          <a:lnTo>
                            <a:pt x="866" y="5095"/>
                          </a:lnTo>
                          <a:lnTo>
                            <a:pt x="1464" y="5095"/>
                          </a:lnTo>
                          <a:lnTo>
                            <a:pt x="1830" y="4756"/>
                          </a:lnTo>
                          <a:lnTo>
                            <a:pt x="1830" y="3650"/>
                          </a:lnTo>
                          <a:lnTo>
                            <a:pt x="982" y="2793"/>
                          </a:lnTo>
                          <a:lnTo>
                            <a:pt x="982" y="2062"/>
                          </a:lnTo>
                          <a:lnTo>
                            <a:pt x="1098" y="2062"/>
                          </a:lnTo>
                          <a:lnTo>
                            <a:pt x="1098" y="2811"/>
                          </a:lnTo>
                          <a:lnTo>
                            <a:pt x="1098" y="2820"/>
                          </a:lnTo>
                          <a:lnTo>
                            <a:pt x="1946" y="3658"/>
                          </a:lnTo>
                          <a:lnTo>
                            <a:pt x="1946" y="4916"/>
                          </a:lnTo>
                          <a:lnTo>
                            <a:pt x="1589" y="5282"/>
                          </a:lnTo>
                          <a:lnTo>
                            <a:pt x="866" y="5282"/>
                          </a:lnTo>
                          <a:lnTo>
                            <a:pt x="866" y="5300"/>
                          </a:lnTo>
                          <a:lnTo>
                            <a:pt x="1607" y="5300"/>
                          </a:lnTo>
                          <a:lnTo>
                            <a:pt x="1964" y="4925"/>
                          </a:lnTo>
                          <a:lnTo>
                            <a:pt x="1964" y="3650"/>
                          </a:lnTo>
                          <a:lnTo>
                            <a:pt x="1964" y="3641"/>
                          </a:lnTo>
                          <a:lnTo>
                            <a:pt x="1116" y="2802"/>
                          </a:lnTo>
                          <a:lnTo>
                            <a:pt x="1116" y="2062"/>
                          </a:lnTo>
                          <a:lnTo>
                            <a:pt x="1232" y="2062"/>
                          </a:lnTo>
                          <a:lnTo>
                            <a:pt x="1232" y="2811"/>
                          </a:lnTo>
                          <a:lnTo>
                            <a:pt x="2276" y="3864"/>
                          </a:lnTo>
                          <a:lnTo>
                            <a:pt x="3007" y="3864"/>
                          </a:lnTo>
                          <a:lnTo>
                            <a:pt x="3132" y="3980"/>
                          </a:lnTo>
                          <a:lnTo>
                            <a:pt x="3132" y="4470"/>
                          </a:lnTo>
                          <a:lnTo>
                            <a:pt x="3150" y="4470"/>
                          </a:lnTo>
                          <a:lnTo>
                            <a:pt x="3150" y="3971"/>
                          </a:lnTo>
                          <a:lnTo>
                            <a:pt x="3016" y="3846"/>
                          </a:lnTo>
                          <a:lnTo>
                            <a:pt x="2285" y="3846"/>
                          </a:lnTo>
                          <a:lnTo>
                            <a:pt x="1250" y="2802"/>
                          </a:lnTo>
                          <a:lnTo>
                            <a:pt x="1250" y="2062"/>
                          </a:lnTo>
                          <a:lnTo>
                            <a:pt x="1348" y="2062"/>
                          </a:lnTo>
                          <a:cubicBezTo>
                            <a:pt x="1357" y="2062"/>
                            <a:pt x="1375" y="2053"/>
                            <a:pt x="1384" y="2053"/>
                          </a:cubicBezTo>
                          <a:lnTo>
                            <a:pt x="1384" y="2811"/>
                          </a:lnTo>
                          <a:lnTo>
                            <a:pt x="2195" y="3658"/>
                          </a:lnTo>
                          <a:lnTo>
                            <a:pt x="3052" y="3658"/>
                          </a:lnTo>
                          <a:lnTo>
                            <a:pt x="3364" y="3953"/>
                          </a:lnTo>
                          <a:lnTo>
                            <a:pt x="3364" y="4470"/>
                          </a:lnTo>
                          <a:lnTo>
                            <a:pt x="3168" y="4470"/>
                          </a:lnTo>
                          <a:cubicBezTo>
                            <a:pt x="3043" y="4470"/>
                            <a:pt x="2945" y="4568"/>
                            <a:pt x="2945" y="4693"/>
                          </a:cubicBezTo>
                          <a:lnTo>
                            <a:pt x="2945" y="4684"/>
                          </a:lnTo>
                          <a:lnTo>
                            <a:pt x="2401" y="4684"/>
                          </a:lnTo>
                          <a:lnTo>
                            <a:pt x="1571" y="5523"/>
                          </a:lnTo>
                          <a:lnTo>
                            <a:pt x="866" y="5523"/>
                          </a:lnTo>
                          <a:lnTo>
                            <a:pt x="866" y="5541"/>
                          </a:lnTo>
                          <a:lnTo>
                            <a:pt x="1580" y="5541"/>
                          </a:lnTo>
                          <a:lnTo>
                            <a:pt x="1580" y="5532"/>
                          </a:lnTo>
                          <a:lnTo>
                            <a:pt x="2410" y="4702"/>
                          </a:lnTo>
                          <a:lnTo>
                            <a:pt x="2945" y="4702"/>
                          </a:lnTo>
                          <a:lnTo>
                            <a:pt x="2945" y="4979"/>
                          </a:lnTo>
                          <a:lnTo>
                            <a:pt x="2401" y="4979"/>
                          </a:lnTo>
                          <a:lnTo>
                            <a:pt x="2392" y="4988"/>
                          </a:lnTo>
                          <a:lnTo>
                            <a:pt x="1625" y="5755"/>
                          </a:lnTo>
                          <a:lnTo>
                            <a:pt x="866" y="5755"/>
                          </a:lnTo>
                          <a:lnTo>
                            <a:pt x="866" y="5773"/>
                          </a:lnTo>
                          <a:lnTo>
                            <a:pt x="1633" y="5773"/>
                          </a:lnTo>
                          <a:lnTo>
                            <a:pt x="2401" y="4997"/>
                          </a:lnTo>
                          <a:lnTo>
                            <a:pt x="2945" y="4997"/>
                          </a:lnTo>
                          <a:lnTo>
                            <a:pt x="2945" y="5220"/>
                          </a:lnTo>
                          <a:lnTo>
                            <a:pt x="2499" y="5220"/>
                          </a:lnTo>
                          <a:lnTo>
                            <a:pt x="2249" y="5452"/>
                          </a:lnTo>
                          <a:cubicBezTo>
                            <a:pt x="2240" y="5443"/>
                            <a:pt x="2231" y="5434"/>
                            <a:pt x="2222" y="5434"/>
                          </a:cubicBezTo>
                          <a:cubicBezTo>
                            <a:pt x="2187" y="5434"/>
                            <a:pt x="2169" y="5460"/>
                            <a:pt x="2169" y="5487"/>
                          </a:cubicBezTo>
                          <a:cubicBezTo>
                            <a:pt x="2169" y="5523"/>
                            <a:pt x="2187" y="5541"/>
                            <a:pt x="2222" y="5541"/>
                          </a:cubicBezTo>
                          <a:cubicBezTo>
                            <a:pt x="2249" y="5541"/>
                            <a:pt x="2276" y="5523"/>
                            <a:pt x="2276" y="5487"/>
                          </a:cubicBezTo>
                          <a:cubicBezTo>
                            <a:pt x="2276" y="5478"/>
                            <a:pt x="2267" y="5469"/>
                            <a:pt x="2267" y="5460"/>
                          </a:cubicBezTo>
                          <a:lnTo>
                            <a:pt x="2508" y="5237"/>
                          </a:lnTo>
                          <a:lnTo>
                            <a:pt x="2945" y="5237"/>
                          </a:lnTo>
                          <a:lnTo>
                            <a:pt x="2945" y="5362"/>
                          </a:lnTo>
                          <a:cubicBezTo>
                            <a:pt x="2945" y="5389"/>
                            <a:pt x="2954" y="5416"/>
                            <a:pt x="2963" y="5443"/>
                          </a:cubicBezTo>
                          <a:lnTo>
                            <a:pt x="2517" y="5443"/>
                          </a:lnTo>
                          <a:lnTo>
                            <a:pt x="2160" y="5782"/>
                          </a:lnTo>
                          <a:cubicBezTo>
                            <a:pt x="2151" y="5773"/>
                            <a:pt x="2142" y="5773"/>
                            <a:pt x="2133" y="5773"/>
                          </a:cubicBezTo>
                          <a:cubicBezTo>
                            <a:pt x="2097" y="5773"/>
                            <a:pt x="2079" y="5791"/>
                            <a:pt x="2079" y="5826"/>
                          </a:cubicBezTo>
                          <a:cubicBezTo>
                            <a:pt x="2079" y="5853"/>
                            <a:pt x="2097" y="5880"/>
                            <a:pt x="2133" y="5880"/>
                          </a:cubicBezTo>
                          <a:cubicBezTo>
                            <a:pt x="2160" y="5880"/>
                            <a:pt x="2187" y="5853"/>
                            <a:pt x="2187" y="5826"/>
                          </a:cubicBezTo>
                          <a:cubicBezTo>
                            <a:pt x="2187" y="5808"/>
                            <a:pt x="2178" y="5799"/>
                            <a:pt x="2169" y="5791"/>
                          </a:cubicBezTo>
                          <a:lnTo>
                            <a:pt x="2526" y="5460"/>
                          </a:lnTo>
                          <a:lnTo>
                            <a:pt x="2972" y="5460"/>
                          </a:lnTo>
                          <a:lnTo>
                            <a:pt x="2972" y="5452"/>
                          </a:lnTo>
                          <a:cubicBezTo>
                            <a:pt x="2998" y="5523"/>
                            <a:pt x="3079" y="5576"/>
                            <a:pt x="3168" y="5576"/>
                          </a:cubicBezTo>
                          <a:lnTo>
                            <a:pt x="3159" y="5576"/>
                          </a:lnTo>
                          <a:lnTo>
                            <a:pt x="3150" y="5951"/>
                          </a:lnTo>
                          <a:lnTo>
                            <a:pt x="3159" y="5960"/>
                          </a:lnTo>
                          <a:lnTo>
                            <a:pt x="4051" y="6879"/>
                          </a:lnTo>
                          <a:lnTo>
                            <a:pt x="4604" y="6879"/>
                          </a:lnTo>
                          <a:cubicBezTo>
                            <a:pt x="4586" y="6941"/>
                            <a:pt x="4560" y="6995"/>
                            <a:pt x="4542" y="7048"/>
                          </a:cubicBezTo>
                          <a:lnTo>
                            <a:pt x="3962" y="7048"/>
                          </a:lnTo>
                          <a:lnTo>
                            <a:pt x="3212" y="6281"/>
                          </a:lnTo>
                          <a:cubicBezTo>
                            <a:pt x="3221" y="6254"/>
                            <a:pt x="3212" y="6219"/>
                            <a:pt x="3186" y="6210"/>
                          </a:cubicBezTo>
                          <a:cubicBezTo>
                            <a:pt x="3176" y="6204"/>
                            <a:pt x="3166" y="6201"/>
                            <a:pt x="3155" y="6201"/>
                          </a:cubicBezTo>
                          <a:cubicBezTo>
                            <a:pt x="3137" y="6201"/>
                            <a:pt x="3120" y="6210"/>
                            <a:pt x="3114" y="6228"/>
                          </a:cubicBezTo>
                          <a:cubicBezTo>
                            <a:pt x="3096" y="6254"/>
                            <a:pt x="3114" y="6290"/>
                            <a:pt x="3141" y="6299"/>
                          </a:cubicBezTo>
                          <a:cubicBezTo>
                            <a:pt x="3148" y="6303"/>
                            <a:pt x="3156" y="6305"/>
                            <a:pt x="3163" y="6305"/>
                          </a:cubicBezTo>
                          <a:cubicBezTo>
                            <a:pt x="3174" y="6305"/>
                            <a:pt x="3184" y="6301"/>
                            <a:pt x="3195" y="6290"/>
                          </a:cubicBezTo>
                          <a:lnTo>
                            <a:pt x="3953" y="7075"/>
                          </a:lnTo>
                          <a:lnTo>
                            <a:pt x="4542" y="7075"/>
                          </a:lnTo>
                          <a:cubicBezTo>
                            <a:pt x="4524" y="7129"/>
                            <a:pt x="4506" y="7191"/>
                            <a:pt x="4497" y="7236"/>
                          </a:cubicBezTo>
                          <a:lnTo>
                            <a:pt x="3810" y="7236"/>
                          </a:lnTo>
                          <a:lnTo>
                            <a:pt x="2838" y="6281"/>
                          </a:lnTo>
                          <a:cubicBezTo>
                            <a:pt x="2847" y="6272"/>
                            <a:pt x="2847" y="6263"/>
                            <a:pt x="2847" y="6254"/>
                          </a:cubicBezTo>
                          <a:cubicBezTo>
                            <a:pt x="2847" y="6228"/>
                            <a:pt x="2820" y="6201"/>
                            <a:pt x="2793" y="6201"/>
                          </a:cubicBezTo>
                          <a:cubicBezTo>
                            <a:pt x="2766" y="6201"/>
                            <a:pt x="2740" y="6228"/>
                            <a:pt x="2740" y="6254"/>
                          </a:cubicBezTo>
                          <a:cubicBezTo>
                            <a:pt x="2740" y="6281"/>
                            <a:pt x="2766" y="6308"/>
                            <a:pt x="2793" y="6308"/>
                          </a:cubicBezTo>
                          <a:cubicBezTo>
                            <a:pt x="2811" y="6308"/>
                            <a:pt x="2820" y="6299"/>
                            <a:pt x="2829" y="6290"/>
                          </a:cubicBezTo>
                          <a:lnTo>
                            <a:pt x="3801" y="7254"/>
                          </a:lnTo>
                          <a:lnTo>
                            <a:pt x="4488" y="7254"/>
                          </a:lnTo>
                          <a:cubicBezTo>
                            <a:pt x="4488" y="7271"/>
                            <a:pt x="4488" y="7280"/>
                            <a:pt x="4479" y="7289"/>
                          </a:cubicBezTo>
                          <a:cubicBezTo>
                            <a:pt x="4470" y="7334"/>
                            <a:pt x="4470" y="7396"/>
                            <a:pt x="4470" y="7450"/>
                          </a:cubicBezTo>
                          <a:lnTo>
                            <a:pt x="3685" y="7450"/>
                          </a:lnTo>
                          <a:lnTo>
                            <a:pt x="2508" y="6281"/>
                          </a:lnTo>
                          <a:cubicBezTo>
                            <a:pt x="2508" y="6272"/>
                            <a:pt x="2517" y="6263"/>
                            <a:pt x="2517" y="6254"/>
                          </a:cubicBezTo>
                          <a:cubicBezTo>
                            <a:pt x="2517" y="6228"/>
                            <a:pt x="2490" y="6201"/>
                            <a:pt x="2463" y="6201"/>
                          </a:cubicBezTo>
                          <a:cubicBezTo>
                            <a:pt x="2427" y="6201"/>
                            <a:pt x="2410" y="6228"/>
                            <a:pt x="2410" y="6254"/>
                          </a:cubicBezTo>
                          <a:cubicBezTo>
                            <a:pt x="2410" y="6281"/>
                            <a:pt x="2427" y="6308"/>
                            <a:pt x="2463" y="6308"/>
                          </a:cubicBezTo>
                          <a:cubicBezTo>
                            <a:pt x="2472" y="6308"/>
                            <a:pt x="2490" y="6299"/>
                            <a:pt x="2499" y="6290"/>
                          </a:cubicBezTo>
                          <a:lnTo>
                            <a:pt x="3676" y="7468"/>
                          </a:lnTo>
                          <a:lnTo>
                            <a:pt x="4470" y="7468"/>
                          </a:lnTo>
                          <a:cubicBezTo>
                            <a:pt x="4470" y="7503"/>
                            <a:pt x="4470" y="7539"/>
                            <a:pt x="4470" y="7575"/>
                          </a:cubicBezTo>
                          <a:lnTo>
                            <a:pt x="3899" y="7575"/>
                          </a:lnTo>
                          <a:cubicBezTo>
                            <a:pt x="3899" y="7566"/>
                            <a:pt x="3890" y="7548"/>
                            <a:pt x="3873" y="7539"/>
                          </a:cubicBezTo>
                          <a:cubicBezTo>
                            <a:pt x="3865" y="7534"/>
                            <a:pt x="3857" y="7532"/>
                            <a:pt x="3849" y="7532"/>
                          </a:cubicBezTo>
                          <a:cubicBezTo>
                            <a:pt x="3828" y="7532"/>
                            <a:pt x="3808" y="7547"/>
                            <a:pt x="3801" y="7566"/>
                          </a:cubicBezTo>
                          <a:cubicBezTo>
                            <a:pt x="3783" y="7593"/>
                            <a:pt x="3801" y="7619"/>
                            <a:pt x="3828" y="7637"/>
                          </a:cubicBezTo>
                          <a:cubicBezTo>
                            <a:pt x="3835" y="7639"/>
                            <a:pt x="3841" y="7641"/>
                            <a:pt x="3848" y="7641"/>
                          </a:cubicBezTo>
                          <a:cubicBezTo>
                            <a:pt x="3868" y="7641"/>
                            <a:pt x="3886" y="7631"/>
                            <a:pt x="3899" y="7610"/>
                          </a:cubicBezTo>
                          <a:cubicBezTo>
                            <a:pt x="3899" y="7602"/>
                            <a:pt x="3899" y="7602"/>
                            <a:pt x="3899" y="7593"/>
                          </a:cubicBezTo>
                          <a:lnTo>
                            <a:pt x="4470" y="7593"/>
                          </a:lnTo>
                          <a:cubicBezTo>
                            <a:pt x="4470" y="7646"/>
                            <a:pt x="4479" y="7700"/>
                            <a:pt x="4479" y="7753"/>
                          </a:cubicBezTo>
                          <a:lnTo>
                            <a:pt x="4042" y="7753"/>
                          </a:lnTo>
                          <a:cubicBezTo>
                            <a:pt x="4042" y="7735"/>
                            <a:pt x="4033" y="7717"/>
                            <a:pt x="4015" y="7709"/>
                          </a:cubicBezTo>
                          <a:cubicBezTo>
                            <a:pt x="4009" y="7706"/>
                            <a:pt x="4002" y="7705"/>
                            <a:pt x="3995" y="7705"/>
                          </a:cubicBezTo>
                          <a:cubicBezTo>
                            <a:pt x="3976" y="7705"/>
                            <a:pt x="3957" y="7715"/>
                            <a:pt x="3944" y="7735"/>
                          </a:cubicBezTo>
                          <a:cubicBezTo>
                            <a:pt x="3935" y="7762"/>
                            <a:pt x="3944" y="7789"/>
                            <a:pt x="3971" y="7807"/>
                          </a:cubicBezTo>
                          <a:cubicBezTo>
                            <a:pt x="3977" y="7809"/>
                            <a:pt x="3984" y="7810"/>
                            <a:pt x="3991" y="7810"/>
                          </a:cubicBezTo>
                          <a:cubicBezTo>
                            <a:pt x="4010" y="7810"/>
                            <a:pt x="4029" y="7800"/>
                            <a:pt x="4042" y="7780"/>
                          </a:cubicBezTo>
                          <a:cubicBezTo>
                            <a:pt x="4042" y="7780"/>
                            <a:pt x="4042" y="7771"/>
                            <a:pt x="4042" y="7771"/>
                          </a:cubicBezTo>
                          <a:lnTo>
                            <a:pt x="4488" y="7771"/>
                          </a:lnTo>
                          <a:cubicBezTo>
                            <a:pt x="4488" y="7816"/>
                            <a:pt x="4497" y="7869"/>
                            <a:pt x="4497" y="7923"/>
                          </a:cubicBezTo>
                          <a:lnTo>
                            <a:pt x="4176" y="7923"/>
                          </a:lnTo>
                          <a:cubicBezTo>
                            <a:pt x="4176" y="7914"/>
                            <a:pt x="4167" y="7896"/>
                            <a:pt x="4149" y="7887"/>
                          </a:cubicBezTo>
                          <a:cubicBezTo>
                            <a:pt x="4142" y="7885"/>
                            <a:pt x="4135" y="7884"/>
                            <a:pt x="4128" y="7884"/>
                          </a:cubicBezTo>
                          <a:cubicBezTo>
                            <a:pt x="4106" y="7884"/>
                            <a:pt x="4084" y="7894"/>
                            <a:pt x="4078" y="7914"/>
                          </a:cubicBezTo>
                          <a:cubicBezTo>
                            <a:pt x="4060" y="7941"/>
                            <a:pt x="4078" y="7967"/>
                            <a:pt x="4105" y="7985"/>
                          </a:cubicBezTo>
                          <a:cubicBezTo>
                            <a:pt x="4109" y="7987"/>
                            <a:pt x="4115" y="7988"/>
                            <a:pt x="4121" y="7988"/>
                          </a:cubicBezTo>
                          <a:cubicBezTo>
                            <a:pt x="4139" y="7988"/>
                            <a:pt x="4163" y="7978"/>
                            <a:pt x="4176" y="7958"/>
                          </a:cubicBezTo>
                          <a:cubicBezTo>
                            <a:pt x="4176" y="7958"/>
                            <a:pt x="4176" y="7949"/>
                            <a:pt x="4176" y="7941"/>
                          </a:cubicBezTo>
                          <a:lnTo>
                            <a:pt x="4506" y="7941"/>
                          </a:lnTo>
                          <a:cubicBezTo>
                            <a:pt x="4506" y="7976"/>
                            <a:pt x="4506" y="8003"/>
                            <a:pt x="4515" y="8039"/>
                          </a:cubicBezTo>
                          <a:cubicBezTo>
                            <a:pt x="4515" y="8056"/>
                            <a:pt x="4515" y="8083"/>
                            <a:pt x="4515" y="8101"/>
                          </a:cubicBezTo>
                          <a:lnTo>
                            <a:pt x="4328" y="8101"/>
                          </a:lnTo>
                          <a:cubicBezTo>
                            <a:pt x="4328" y="8083"/>
                            <a:pt x="4310" y="8074"/>
                            <a:pt x="4301" y="8065"/>
                          </a:cubicBezTo>
                          <a:cubicBezTo>
                            <a:pt x="4291" y="8059"/>
                            <a:pt x="4281" y="8056"/>
                            <a:pt x="4271" y="8056"/>
                          </a:cubicBezTo>
                          <a:cubicBezTo>
                            <a:pt x="4252" y="8056"/>
                            <a:pt x="4235" y="8066"/>
                            <a:pt x="4229" y="8083"/>
                          </a:cubicBezTo>
                          <a:cubicBezTo>
                            <a:pt x="4212" y="8110"/>
                            <a:pt x="4221" y="8146"/>
                            <a:pt x="4247" y="8155"/>
                          </a:cubicBezTo>
                          <a:cubicBezTo>
                            <a:pt x="4257" y="8161"/>
                            <a:pt x="4267" y="8164"/>
                            <a:pt x="4278" y="8164"/>
                          </a:cubicBezTo>
                          <a:cubicBezTo>
                            <a:pt x="4296" y="8164"/>
                            <a:pt x="4313" y="8154"/>
                            <a:pt x="4319" y="8137"/>
                          </a:cubicBezTo>
                          <a:cubicBezTo>
                            <a:pt x="4328" y="8128"/>
                            <a:pt x="4328" y="8128"/>
                            <a:pt x="4328" y="8119"/>
                          </a:cubicBezTo>
                          <a:lnTo>
                            <a:pt x="4524" y="8119"/>
                          </a:lnTo>
                          <a:cubicBezTo>
                            <a:pt x="4524" y="8164"/>
                            <a:pt x="4533" y="8199"/>
                            <a:pt x="4533" y="8244"/>
                          </a:cubicBezTo>
                          <a:lnTo>
                            <a:pt x="4247" y="8244"/>
                          </a:lnTo>
                          <a:lnTo>
                            <a:pt x="4051" y="8378"/>
                          </a:lnTo>
                          <a:lnTo>
                            <a:pt x="3659" y="8378"/>
                          </a:lnTo>
                          <a:lnTo>
                            <a:pt x="3659" y="8387"/>
                          </a:lnTo>
                          <a:cubicBezTo>
                            <a:pt x="3650" y="8342"/>
                            <a:pt x="3605" y="8315"/>
                            <a:pt x="3560" y="8315"/>
                          </a:cubicBezTo>
                          <a:lnTo>
                            <a:pt x="3534" y="8315"/>
                          </a:lnTo>
                          <a:lnTo>
                            <a:pt x="3534" y="7753"/>
                          </a:lnTo>
                          <a:lnTo>
                            <a:pt x="1803" y="6014"/>
                          </a:lnTo>
                          <a:lnTo>
                            <a:pt x="866" y="6014"/>
                          </a:lnTo>
                          <a:lnTo>
                            <a:pt x="866" y="6031"/>
                          </a:lnTo>
                          <a:lnTo>
                            <a:pt x="1794" y="6031"/>
                          </a:lnTo>
                          <a:lnTo>
                            <a:pt x="3516" y="7762"/>
                          </a:lnTo>
                          <a:lnTo>
                            <a:pt x="3516" y="8315"/>
                          </a:lnTo>
                          <a:lnTo>
                            <a:pt x="3257" y="8315"/>
                          </a:lnTo>
                          <a:cubicBezTo>
                            <a:pt x="3212" y="8315"/>
                            <a:pt x="3177" y="8342"/>
                            <a:pt x="3168" y="8387"/>
                          </a:cubicBezTo>
                          <a:lnTo>
                            <a:pt x="3168" y="8378"/>
                          </a:lnTo>
                          <a:lnTo>
                            <a:pt x="2517" y="8378"/>
                          </a:lnTo>
                          <a:lnTo>
                            <a:pt x="2276" y="8627"/>
                          </a:lnTo>
                          <a:lnTo>
                            <a:pt x="2276" y="9145"/>
                          </a:lnTo>
                          <a:lnTo>
                            <a:pt x="1910" y="9493"/>
                          </a:lnTo>
                          <a:lnTo>
                            <a:pt x="1268" y="9493"/>
                          </a:lnTo>
                          <a:lnTo>
                            <a:pt x="1268" y="9404"/>
                          </a:lnTo>
                          <a:lnTo>
                            <a:pt x="1794" y="9404"/>
                          </a:lnTo>
                          <a:lnTo>
                            <a:pt x="2133" y="9038"/>
                          </a:lnTo>
                          <a:lnTo>
                            <a:pt x="2133" y="7396"/>
                          </a:lnTo>
                          <a:lnTo>
                            <a:pt x="1241" y="6513"/>
                          </a:lnTo>
                          <a:lnTo>
                            <a:pt x="866" y="6513"/>
                          </a:lnTo>
                          <a:lnTo>
                            <a:pt x="866" y="6531"/>
                          </a:lnTo>
                          <a:lnTo>
                            <a:pt x="1232" y="6531"/>
                          </a:lnTo>
                          <a:lnTo>
                            <a:pt x="2115" y="7405"/>
                          </a:lnTo>
                          <a:lnTo>
                            <a:pt x="2115" y="9029"/>
                          </a:lnTo>
                          <a:lnTo>
                            <a:pt x="1785" y="9386"/>
                          </a:lnTo>
                          <a:lnTo>
                            <a:pt x="1268" y="9386"/>
                          </a:lnTo>
                          <a:lnTo>
                            <a:pt x="1268" y="9198"/>
                          </a:lnTo>
                          <a:lnTo>
                            <a:pt x="1669" y="9198"/>
                          </a:lnTo>
                          <a:lnTo>
                            <a:pt x="1892" y="8975"/>
                          </a:lnTo>
                          <a:lnTo>
                            <a:pt x="1892" y="7396"/>
                          </a:lnTo>
                          <a:lnTo>
                            <a:pt x="1883" y="7396"/>
                          </a:lnTo>
                          <a:lnTo>
                            <a:pt x="1241" y="6763"/>
                          </a:lnTo>
                          <a:lnTo>
                            <a:pt x="839" y="6763"/>
                          </a:lnTo>
                          <a:lnTo>
                            <a:pt x="839" y="6781"/>
                          </a:lnTo>
                          <a:lnTo>
                            <a:pt x="1232" y="6781"/>
                          </a:lnTo>
                          <a:lnTo>
                            <a:pt x="1874" y="7405"/>
                          </a:lnTo>
                          <a:lnTo>
                            <a:pt x="1874" y="8975"/>
                          </a:lnTo>
                          <a:lnTo>
                            <a:pt x="1660" y="9181"/>
                          </a:lnTo>
                          <a:lnTo>
                            <a:pt x="1268" y="9181"/>
                          </a:lnTo>
                          <a:lnTo>
                            <a:pt x="1268" y="9154"/>
                          </a:lnTo>
                          <a:cubicBezTo>
                            <a:pt x="1268" y="9082"/>
                            <a:pt x="1223" y="9029"/>
                            <a:pt x="1170" y="9011"/>
                          </a:cubicBezTo>
                          <a:lnTo>
                            <a:pt x="1170" y="8128"/>
                          </a:lnTo>
                          <a:lnTo>
                            <a:pt x="1170" y="8119"/>
                          </a:lnTo>
                          <a:lnTo>
                            <a:pt x="420" y="7396"/>
                          </a:lnTo>
                          <a:lnTo>
                            <a:pt x="420" y="7173"/>
                          </a:lnTo>
                          <a:cubicBezTo>
                            <a:pt x="438" y="7173"/>
                            <a:pt x="456" y="7164"/>
                            <a:pt x="465" y="7147"/>
                          </a:cubicBezTo>
                          <a:cubicBezTo>
                            <a:pt x="474" y="7120"/>
                            <a:pt x="465" y="7084"/>
                            <a:pt x="438" y="7075"/>
                          </a:cubicBezTo>
                          <a:cubicBezTo>
                            <a:pt x="429" y="7069"/>
                            <a:pt x="419" y="7066"/>
                            <a:pt x="410" y="7066"/>
                          </a:cubicBezTo>
                          <a:cubicBezTo>
                            <a:pt x="393" y="7066"/>
                            <a:pt x="378" y="7076"/>
                            <a:pt x="367" y="7093"/>
                          </a:cubicBezTo>
                          <a:cubicBezTo>
                            <a:pt x="358" y="7120"/>
                            <a:pt x="367" y="7155"/>
                            <a:pt x="393" y="7164"/>
                          </a:cubicBezTo>
                          <a:cubicBezTo>
                            <a:pt x="393" y="7173"/>
                            <a:pt x="402" y="7173"/>
                            <a:pt x="402" y="7173"/>
                          </a:cubicBezTo>
                          <a:lnTo>
                            <a:pt x="402" y="7396"/>
                          </a:lnTo>
                          <a:lnTo>
                            <a:pt x="411" y="7405"/>
                          </a:lnTo>
                          <a:lnTo>
                            <a:pt x="1152" y="8137"/>
                          </a:lnTo>
                          <a:lnTo>
                            <a:pt x="1152" y="9002"/>
                          </a:lnTo>
                          <a:lnTo>
                            <a:pt x="1027" y="9002"/>
                          </a:lnTo>
                          <a:lnTo>
                            <a:pt x="1027" y="8190"/>
                          </a:lnTo>
                          <a:lnTo>
                            <a:pt x="251" y="7432"/>
                          </a:lnTo>
                          <a:lnTo>
                            <a:pt x="251" y="7120"/>
                          </a:lnTo>
                          <a:cubicBezTo>
                            <a:pt x="260" y="7120"/>
                            <a:pt x="277" y="7111"/>
                            <a:pt x="286" y="7093"/>
                          </a:cubicBezTo>
                          <a:cubicBezTo>
                            <a:pt x="304" y="7066"/>
                            <a:pt x="286" y="7039"/>
                            <a:pt x="260" y="7022"/>
                          </a:cubicBezTo>
                          <a:cubicBezTo>
                            <a:pt x="253" y="7019"/>
                            <a:pt x="246" y="7018"/>
                            <a:pt x="240" y="7018"/>
                          </a:cubicBezTo>
                          <a:cubicBezTo>
                            <a:pt x="220" y="7018"/>
                            <a:pt x="202" y="7028"/>
                            <a:pt x="188" y="7048"/>
                          </a:cubicBezTo>
                          <a:cubicBezTo>
                            <a:pt x="179" y="7075"/>
                            <a:pt x="188" y="7102"/>
                            <a:pt x="215" y="7120"/>
                          </a:cubicBezTo>
                          <a:lnTo>
                            <a:pt x="233" y="7120"/>
                          </a:lnTo>
                          <a:lnTo>
                            <a:pt x="233" y="7441"/>
                          </a:lnTo>
                          <a:lnTo>
                            <a:pt x="1009" y="8199"/>
                          </a:lnTo>
                          <a:lnTo>
                            <a:pt x="1009" y="9002"/>
                          </a:lnTo>
                          <a:lnTo>
                            <a:pt x="875" y="9002"/>
                          </a:lnTo>
                          <a:lnTo>
                            <a:pt x="875" y="8699"/>
                          </a:lnTo>
                          <a:lnTo>
                            <a:pt x="875" y="8690"/>
                          </a:lnTo>
                          <a:lnTo>
                            <a:pt x="331" y="8164"/>
                          </a:lnTo>
                          <a:lnTo>
                            <a:pt x="37" y="8164"/>
                          </a:lnTo>
                          <a:lnTo>
                            <a:pt x="37" y="4372"/>
                          </a:lnTo>
                          <a:lnTo>
                            <a:pt x="804" y="4372"/>
                          </a:lnTo>
                          <a:lnTo>
                            <a:pt x="1205" y="3953"/>
                          </a:lnTo>
                          <a:cubicBezTo>
                            <a:pt x="1214" y="3962"/>
                            <a:pt x="1223" y="3971"/>
                            <a:pt x="1241" y="3971"/>
                          </a:cubicBezTo>
                          <a:cubicBezTo>
                            <a:pt x="1268" y="3971"/>
                            <a:pt x="1294" y="3944"/>
                            <a:pt x="1294" y="3917"/>
                          </a:cubicBezTo>
                          <a:cubicBezTo>
                            <a:pt x="1294" y="3881"/>
                            <a:pt x="1268" y="3864"/>
                            <a:pt x="1241" y="3864"/>
                          </a:cubicBezTo>
                          <a:cubicBezTo>
                            <a:pt x="1205" y="3864"/>
                            <a:pt x="1187" y="3881"/>
                            <a:pt x="1187" y="3917"/>
                          </a:cubicBezTo>
                          <a:cubicBezTo>
                            <a:pt x="1187" y="3926"/>
                            <a:pt x="1187" y="3935"/>
                            <a:pt x="1196" y="3944"/>
                          </a:cubicBezTo>
                          <a:lnTo>
                            <a:pt x="795" y="4354"/>
                          </a:lnTo>
                          <a:lnTo>
                            <a:pt x="37" y="4354"/>
                          </a:lnTo>
                          <a:lnTo>
                            <a:pt x="37" y="4256"/>
                          </a:lnTo>
                          <a:lnTo>
                            <a:pt x="715" y="4256"/>
                          </a:lnTo>
                          <a:lnTo>
                            <a:pt x="1000" y="3962"/>
                          </a:lnTo>
                          <a:cubicBezTo>
                            <a:pt x="1009" y="3962"/>
                            <a:pt x="1018" y="3971"/>
                            <a:pt x="1027" y="3971"/>
                          </a:cubicBezTo>
                          <a:cubicBezTo>
                            <a:pt x="1054" y="3971"/>
                            <a:pt x="1080" y="3944"/>
                            <a:pt x="1080" y="3917"/>
                          </a:cubicBezTo>
                          <a:cubicBezTo>
                            <a:pt x="1080" y="3881"/>
                            <a:pt x="1054" y="3864"/>
                            <a:pt x="1027" y="3864"/>
                          </a:cubicBezTo>
                          <a:cubicBezTo>
                            <a:pt x="991" y="3864"/>
                            <a:pt x="973" y="3881"/>
                            <a:pt x="973" y="3917"/>
                          </a:cubicBezTo>
                          <a:cubicBezTo>
                            <a:pt x="973" y="3926"/>
                            <a:pt x="973" y="3944"/>
                            <a:pt x="982" y="3953"/>
                          </a:cubicBezTo>
                          <a:lnTo>
                            <a:pt x="706" y="4238"/>
                          </a:lnTo>
                          <a:lnTo>
                            <a:pt x="37" y="4238"/>
                          </a:lnTo>
                          <a:lnTo>
                            <a:pt x="37" y="4122"/>
                          </a:lnTo>
                          <a:lnTo>
                            <a:pt x="616" y="4122"/>
                          </a:lnTo>
                          <a:lnTo>
                            <a:pt x="768" y="3962"/>
                          </a:lnTo>
                          <a:cubicBezTo>
                            <a:pt x="777" y="3962"/>
                            <a:pt x="786" y="3971"/>
                            <a:pt x="804" y="3971"/>
                          </a:cubicBezTo>
                          <a:cubicBezTo>
                            <a:pt x="831" y="3971"/>
                            <a:pt x="857" y="3944"/>
                            <a:pt x="857" y="3917"/>
                          </a:cubicBezTo>
                          <a:cubicBezTo>
                            <a:pt x="857" y="3881"/>
                            <a:pt x="831" y="3864"/>
                            <a:pt x="804" y="3864"/>
                          </a:cubicBezTo>
                          <a:cubicBezTo>
                            <a:pt x="768" y="3864"/>
                            <a:pt x="750" y="3881"/>
                            <a:pt x="750" y="3917"/>
                          </a:cubicBezTo>
                          <a:cubicBezTo>
                            <a:pt x="750" y="3926"/>
                            <a:pt x="750" y="3935"/>
                            <a:pt x="759" y="3944"/>
                          </a:cubicBezTo>
                          <a:lnTo>
                            <a:pt x="608" y="4104"/>
                          </a:lnTo>
                          <a:lnTo>
                            <a:pt x="37" y="4104"/>
                          </a:lnTo>
                          <a:lnTo>
                            <a:pt x="37" y="3453"/>
                          </a:lnTo>
                          <a:lnTo>
                            <a:pt x="313" y="3453"/>
                          </a:lnTo>
                          <a:lnTo>
                            <a:pt x="465" y="3578"/>
                          </a:lnTo>
                          <a:cubicBezTo>
                            <a:pt x="456" y="3587"/>
                            <a:pt x="447" y="3605"/>
                            <a:pt x="447" y="3614"/>
                          </a:cubicBezTo>
                          <a:cubicBezTo>
                            <a:pt x="447" y="3650"/>
                            <a:pt x="474" y="3667"/>
                            <a:pt x="500" y="3667"/>
                          </a:cubicBezTo>
                          <a:cubicBezTo>
                            <a:pt x="536" y="3667"/>
                            <a:pt x="554" y="3650"/>
                            <a:pt x="554" y="3614"/>
                          </a:cubicBezTo>
                          <a:cubicBezTo>
                            <a:pt x="554" y="3587"/>
                            <a:pt x="536" y="3560"/>
                            <a:pt x="500" y="3560"/>
                          </a:cubicBezTo>
                          <a:cubicBezTo>
                            <a:pt x="492" y="3560"/>
                            <a:pt x="483" y="3569"/>
                            <a:pt x="483" y="3569"/>
                          </a:cubicBezTo>
                          <a:lnTo>
                            <a:pt x="322" y="3435"/>
                          </a:lnTo>
                          <a:lnTo>
                            <a:pt x="37" y="3435"/>
                          </a:lnTo>
                          <a:lnTo>
                            <a:pt x="37" y="3355"/>
                          </a:lnTo>
                          <a:lnTo>
                            <a:pt x="447" y="3355"/>
                          </a:lnTo>
                          <a:lnTo>
                            <a:pt x="706" y="3587"/>
                          </a:lnTo>
                          <a:cubicBezTo>
                            <a:pt x="697" y="3596"/>
                            <a:pt x="697" y="3605"/>
                            <a:pt x="697" y="3614"/>
                          </a:cubicBezTo>
                          <a:cubicBezTo>
                            <a:pt x="697" y="3650"/>
                            <a:pt x="715" y="3667"/>
                            <a:pt x="750" y="3667"/>
                          </a:cubicBezTo>
                          <a:cubicBezTo>
                            <a:pt x="777" y="3667"/>
                            <a:pt x="804" y="3650"/>
                            <a:pt x="804" y="3614"/>
                          </a:cubicBezTo>
                          <a:cubicBezTo>
                            <a:pt x="804" y="3587"/>
                            <a:pt x="777" y="3560"/>
                            <a:pt x="750" y="3560"/>
                          </a:cubicBezTo>
                          <a:cubicBezTo>
                            <a:pt x="732" y="3560"/>
                            <a:pt x="723" y="3569"/>
                            <a:pt x="715" y="3569"/>
                          </a:cubicBezTo>
                          <a:lnTo>
                            <a:pt x="456" y="3337"/>
                          </a:lnTo>
                          <a:lnTo>
                            <a:pt x="37" y="3337"/>
                          </a:lnTo>
                          <a:lnTo>
                            <a:pt x="37" y="3186"/>
                          </a:lnTo>
                          <a:lnTo>
                            <a:pt x="518" y="3186"/>
                          </a:lnTo>
                          <a:lnTo>
                            <a:pt x="947" y="3587"/>
                          </a:lnTo>
                          <a:cubicBezTo>
                            <a:pt x="938" y="3596"/>
                            <a:pt x="938" y="3605"/>
                            <a:pt x="938" y="3614"/>
                          </a:cubicBezTo>
                          <a:cubicBezTo>
                            <a:pt x="938" y="3650"/>
                            <a:pt x="964" y="3667"/>
                            <a:pt x="991" y="3667"/>
                          </a:cubicBezTo>
                          <a:cubicBezTo>
                            <a:pt x="1018" y="3667"/>
                            <a:pt x="1045" y="3650"/>
                            <a:pt x="1045" y="3614"/>
                          </a:cubicBezTo>
                          <a:cubicBezTo>
                            <a:pt x="1045" y="3587"/>
                            <a:pt x="1018" y="3560"/>
                            <a:pt x="991" y="3560"/>
                          </a:cubicBezTo>
                          <a:cubicBezTo>
                            <a:pt x="973" y="3560"/>
                            <a:pt x="964" y="3569"/>
                            <a:pt x="955" y="3578"/>
                          </a:cubicBezTo>
                          <a:lnTo>
                            <a:pt x="527" y="3168"/>
                          </a:lnTo>
                          <a:lnTo>
                            <a:pt x="37" y="3168"/>
                          </a:lnTo>
                          <a:lnTo>
                            <a:pt x="37" y="1946"/>
                          </a:lnTo>
                          <a:lnTo>
                            <a:pt x="286" y="1946"/>
                          </a:lnTo>
                          <a:lnTo>
                            <a:pt x="393" y="1856"/>
                          </a:lnTo>
                          <a:close/>
                          <a:moveTo>
                            <a:pt x="4051" y="8708"/>
                          </a:moveTo>
                          <a:lnTo>
                            <a:pt x="4203" y="8842"/>
                          </a:lnTo>
                          <a:lnTo>
                            <a:pt x="4542" y="8842"/>
                          </a:lnTo>
                          <a:cubicBezTo>
                            <a:pt x="4542" y="8895"/>
                            <a:pt x="4524" y="8949"/>
                            <a:pt x="4506" y="8993"/>
                          </a:cubicBezTo>
                          <a:cubicBezTo>
                            <a:pt x="4399" y="9279"/>
                            <a:pt x="4149" y="9644"/>
                            <a:pt x="3828" y="9983"/>
                          </a:cubicBezTo>
                          <a:lnTo>
                            <a:pt x="3828" y="9279"/>
                          </a:lnTo>
                          <a:lnTo>
                            <a:pt x="3614" y="9056"/>
                          </a:lnTo>
                          <a:lnTo>
                            <a:pt x="3614" y="8797"/>
                          </a:lnTo>
                          <a:lnTo>
                            <a:pt x="3605" y="8797"/>
                          </a:lnTo>
                          <a:cubicBezTo>
                            <a:pt x="3632" y="8788"/>
                            <a:pt x="3659" y="8752"/>
                            <a:pt x="3659" y="8708"/>
                          </a:cubicBezTo>
                          <a:close/>
                          <a:moveTo>
                            <a:pt x="3596" y="8806"/>
                          </a:moveTo>
                          <a:lnTo>
                            <a:pt x="3596" y="9056"/>
                          </a:lnTo>
                          <a:lnTo>
                            <a:pt x="3810" y="9279"/>
                          </a:lnTo>
                          <a:lnTo>
                            <a:pt x="3810" y="10010"/>
                          </a:lnTo>
                          <a:cubicBezTo>
                            <a:pt x="3792" y="10037"/>
                            <a:pt x="3766" y="10064"/>
                            <a:pt x="3739" y="10090"/>
                          </a:cubicBezTo>
                          <a:lnTo>
                            <a:pt x="3739" y="9305"/>
                          </a:lnTo>
                          <a:lnTo>
                            <a:pt x="3516" y="9091"/>
                          </a:lnTo>
                          <a:lnTo>
                            <a:pt x="3516" y="8806"/>
                          </a:lnTo>
                          <a:close/>
                          <a:moveTo>
                            <a:pt x="3498" y="8806"/>
                          </a:moveTo>
                          <a:lnTo>
                            <a:pt x="3498" y="9091"/>
                          </a:lnTo>
                          <a:lnTo>
                            <a:pt x="3721" y="9314"/>
                          </a:lnTo>
                          <a:lnTo>
                            <a:pt x="3721" y="10108"/>
                          </a:lnTo>
                          <a:cubicBezTo>
                            <a:pt x="3676" y="10153"/>
                            <a:pt x="3632" y="10198"/>
                            <a:pt x="3587" y="10242"/>
                          </a:cubicBezTo>
                          <a:lnTo>
                            <a:pt x="3587" y="9377"/>
                          </a:lnTo>
                          <a:cubicBezTo>
                            <a:pt x="3605" y="9377"/>
                            <a:pt x="3614" y="9368"/>
                            <a:pt x="3623" y="9350"/>
                          </a:cubicBezTo>
                          <a:cubicBezTo>
                            <a:pt x="3641" y="9323"/>
                            <a:pt x="3632" y="9297"/>
                            <a:pt x="3605" y="9279"/>
                          </a:cubicBezTo>
                          <a:cubicBezTo>
                            <a:pt x="3598" y="9276"/>
                            <a:pt x="3591" y="9275"/>
                            <a:pt x="3584" y="9275"/>
                          </a:cubicBezTo>
                          <a:cubicBezTo>
                            <a:pt x="3562" y="9275"/>
                            <a:pt x="3540" y="9285"/>
                            <a:pt x="3534" y="9305"/>
                          </a:cubicBezTo>
                          <a:cubicBezTo>
                            <a:pt x="3516" y="9332"/>
                            <a:pt x="3525" y="9359"/>
                            <a:pt x="3551" y="9377"/>
                          </a:cubicBezTo>
                          <a:lnTo>
                            <a:pt x="3569" y="9377"/>
                          </a:lnTo>
                          <a:lnTo>
                            <a:pt x="3569" y="10260"/>
                          </a:lnTo>
                          <a:cubicBezTo>
                            <a:pt x="3525" y="10305"/>
                            <a:pt x="3480" y="10349"/>
                            <a:pt x="3435" y="10385"/>
                          </a:cubicBezTo>
                          <a:lnTo>
                            <a:pt x="3435" y="9484"/>
                          </a:lnTo>
                          <a:cubicBezTo>
                            <a:pt x="3453" y="9484"/>
                            <a:pt x="3471" y="9475"/>
                            <a:pt x="3480" y="9457"/>
                          </a:cubicBezTo>
                          <a:cubicBezTo>
                            <a:pt x="3489" y="9430"/>
                            <a:pt x="3480" y="9404"/>
                            <a:pt x="3453" y="9386"/>
                          </a:cubicBezTo>
                          <a:cubicBezTo>
                            <a:pt x="3447" y="9383"/>
                            <a:pt x="3439" y="9382"/>
                            <a:pt x="3432" y="9382"/>
                          </a:cubicBezTo>
                          <a:cubicBezTo>
                            <a:pt x="3410" y="9382"/>
                            <a:pt x="3389" y="9392"/>
                            <a:pt x="3382" y="9412"/>
                          </a:cubicBezTo>
                          <a:cubicBezTo>
                            <a:pt x="3364" y="9439"/>
                            <a:pt x="3373" y="9466"/>
                            <a:pt x="3400" y="9484"/>
                          </a:cubicBezTo>
                          <a:lnTo>
                            <a:pt x="3418" y="9484"/>
                          </a:lnTo>
                          <a:lnTo>
                            <a:pt x="3418" y="10403"/>
                          </a:lnTo>
                          <a:cubicBezTo>
                            <a:pt x="3364" y="10447"/>
                            <a:pt x="3311" y="10501"/>
                            <a:pt x="3257" y="10545"/>
                          </a:cubicBezTo>
                          <a:lnTo>
                            <a:pt x="3257" y="9680"/>
                          </a:lnTo>
                          <a:cubicBezTo>
                            <a:pt x="3275" y="9680"/>
                            <a:pt x="3293" y="9671"/>
                            <a:pt x="3302" y="9653"/>
                          </a:cubicBezTo>
                          <a:cubicBezTo>
                            <a:pt x="3311" y="9627"/>
                            <a:pt x="3302" y="9591"/>
                            <a:pt x="3275" y="9582"/>
                          </a:cubicBezTo>
                          <a:cubicBezTo>
                            <a:pt x="3267" y="9577"/>
                            <a:pt x="3259" y="9575"/>
                            <a:pt x="3251" y="9575"/>
                          </a:cubicBezTo>
                          <a:cubicBezTo>
                            <a:pt x="3230" y="9575"/>
                            <a:pt x="3210" y="9589"/>
                            <a:pt x="3204" y="9609"/>
                          </a:cubicBezTo>
                          <a:cubicBezTo>
                            <a:pt x="3186" y="9636"/>
                            <a:pt x="3204" y="9662"/>
                            <a:pt x="3221" y="9680"/>
                          </a:cubicBezTo>
                          <a:lnTo>
                            <a:pt x="3239" y="9680"/>
                          </a:lnTo>
                          <a:lnTo>
                            <a:pt x="3239" y="10563"/>
                          </a:lnTo>
                          <a:cubicBezTo>
                            <a:pt x="3195" y="10599"/>
                            <a:pt x="3150" y="10635"/>
                            <a:pt x="3105" y="10670"/>
                          </a:cubicBezTo>
                          <a:lnTo>
                            <a:pt x="3105" y="9350"/>
                          </a:lnTo>
                          <a:lnTo>
                            <a:pt x="3373" y="9073"/>
                          </a:lnTo>
                          <a:lnTo>
                            <a:pt x="3373" y="8806"/>
                          </a:lnTo>
                          <a:close/>
                          <a:moveTo>
                            <a:pt x="3177" y="8770"/>
                          </a:moveTo>
                          <a:cubicBezTo>
                            <a:pt x="3195" y="8788"/>
                            <a:pt x="3221" y="8806"/>
                            <a:pt x="3257" y="8806"/>
                          </a:cubicBezTo>
                          <a:lnTo>
                            <a:pt x="3355" y="8806"/>
                          </a:lnTo>
                          <a:lnTo>
                            <a:pt x="3355" y="9065"/>
                          </a:lnTo>
                          <a:lnTo>
                            <a:pt x="3088" y="9341"/>
                          </a:lnTo>
                          <a:lnTo>
                            <a:pt x="3088" y="10679"/>
                          </a:lnTo>
                          <a:cubicBezTo>
                            <a:pt x="3061" y="10706"/>
                            <a:pt x="3034" y="10724"/>
                            <a:pt x="3007" y="10751"/>
                          </a:cubicBezTo>
                          <a:lnTo>
                            <a:pt x="3007" y="9332"/>
                          </a:lnTo>
                          <a:lnTo>
                            <a:pt x="3257" y="9073"/>
                          </a:lnTo>
                          <a:lnTo>
                            <a:pt x="3257" y="8806"/>
                          </a:lnTo>
                          <a:lnTo>
                            <a:pt x="3239" y="8806"/>
                          </a:lnTo>
                          <a:lnTo>
                            <a:pt x="3239" y="9065"/>
                          </a:lnTo>
                          <a:lnTo>
                            <a:pt x="2981" y="9323"/>
                          </a:lnTo>
                          <a:lnTo>
                            <a:pt x="2981" y="10760"/>
                          </a:lnTo>
                          <a:cubicBezTo>
                            <a:pt x="2900" y="10822"/>
                            <a:pt x="2820" y="10876"/>
                            <a:pt x="2740" y="10929"/>
                          </a:cubicBezTo>
                          <a:lnTo>
                            <a:pt x="2740" y="8859"/>
                          </a:lnTo>
                          <a:lnTo>
                            <a:pt x="2820" y="8779"/>
                          </a:lnTo>
                          <a:lnTo>
                            <a:pt x="3177" y="8779"/>
                          </a:lnTo>
                          <a:lnTo>
                            <a:pt x="3177" y="8770"/>
                          </a:lnTo>
                          <a:close/>
                          <a:moveTo>
                            <a:pt x="3159" y="8627"/>
                          </a:moveTo>
                          <a:lnTo>
                            <a:pt x="3159" y="8708"/>
                          </a:lnTo>
                          <a:cubicBezTo>
                            <a:pt x="3159" y="8726"/>
                            <a:pt x="3168" y="8743"/>
                            <a:pt x="3177" y="8761"/>
                          </a:cubicBezTo>
                          <a:lnTo>
                            <a:pt x="2811" y="8761"/>
                          </a:lnTo>
                          <a:lnTo>
                            <a:pt x="2722" y="8850"/>
                          </a:lnTo>
                          <a:lnTo>
                            <a:pt x="2722" y="10938"/>
                          </a:lnTo>
                          <a:cubicBezTo>
                            <a:pt x="2686" y="10956"/>
                            <a:pt x="2650" y="10974"/>
                            <a:pt x="2615" y="10991"/>
                          </a:cubicBezTo>
                          <a:lnTo>
                            <a:pt x="2615" y="8752"/>
                          </a:lnTo>
                          <a:lnTo>
                            <a:pt x="2740" y="8627"/>
                          </a:lnTo>
                          <a:close/>
                          <a:moveTo>
                            <a:pt x="313" y="8547"/>
                          </a:moveTo>
                          <a:lnTo>
                            <a:pt x="563" y="8770"/>
                          </a:lnTo>
                          <a:lnTo>
                            <a:pt x="563" y="9011"/>
                          </a:lnTo>
                          <a:lnTo>
                            <a:pt x="572" y="9011"/>
                          </a:lnTo>
                          <a:cubicBezTo>
                            <a:pt x="509" y="9029"/>
                            <a:pt x="474" y="9091"/>
                            <a:pt x="474" y="9154"/>
                          </a:cubicBezTo>
                          <a:lnTo>
                            <a:pt x="474" y="9636"/>
                          </a:lnTo>
                          <a:cubicBezTo>
                            <a:pt x="474" y="9725"/>
                            <a:pt x="545" y="9796"/>
                            <a:pt x="625" y="9796"/>
                          </a:cubicBezTo>
                          <a:lnTo>
                            <a:pt x="768" y="9796"/>
                          </a:lnTo>
                          <a:lnTo>
                            <a:pt x="768" y="11099"/>
                          </a:lnTo>
                          <a:cubicBezTo>
                            <a:pt x="652" y="11063"/>
                            <a:pt x="545" y="11036"/>
                            <a:pt x="456" y="11000"/>
                          </a:cubicBezTo>
                          <a:lnTo>
                            <a:pt x="456" y="10269"/>
                          </a:lnTo>
                          <a:lnTo>
                            <a:pt x="625" y="10073"/>
                          </a:lnTo>
                          <a:lnTo>
                            <a:pt x="625" y="9796"/>
                          </a:lnTo>
                          <a:lnTo>
                            <a:pt x="608" y="9796"/>
                          </a:lnTo>
                          <a:lnTo>
                            <a:pt x="608" y="10073"/>
                          </a:lnTo>
                          <a:lnTo>
                            <a:pt x="438" y="10260"/>
                          </a:lnTo>
                          <a:lnTo>
                            <a:pt x="438" y="10991"/>
                          </a:lnTo>
                          <a:cubicBezTo>
                            <a:pt x="331" y="10947"/>
                            <a:pt x="242" y="10893"/>
                            <a:pt x="179" y="10840"/>
                          </a:cubicBezTo>
                          <a:cubicBezTo>
                            <a:pt x="126" y="10786"/>
                            <a:pt x="54" y="10572"/>
                            <a:pt x="37" y="10492"/>
                          </a:cubicBezTo>
                          <a:lnTo>
                            <a:pt x="37" y="8547"/>
                          </a:lnTo>
                          <a:close/>
                          <a:moveTo>
                            <a:pt x="938" y="9796"/>
                          </a:moveTo>
                          <a:lnTo>
                            <a:pt x="938" y="10135"/>
                          </a:lnTo>
                          <a:lnTo>
                            <a:pt x="947" y="10144"/>
                          </a:lnTo>
                          <a:lnTo>
                            <a:pt x="1571" y="10768"/>
                          </a:lnTo>
                          <a:lnTo>
                            <a:pt x="1571" y="11197"/>
                          </a:lnTo>
                          <a:cubicBezTo>
                            <a:pt x="1437" y="11188"/>
                            <a:pt x="1303" y="11179"/>
                            <a:pt x="1170" y="11161"/>
                          </a:cubicBezTo>
                          <a:cubicBezTo>
                            <a:pt x="1036" y="11152"/>
                            <a:pt x="902" y="11125"/>
                            <a:pt x="786" y="11099"/>
                          </a:cubicBezTo>
                          <a:lnTo>
                            <a:pt x="786" y="9796"/>
                          </a:lnTo>
                          <a:close/>
                          <a:moveTo>
                            <a:pt x="1089" y="9796"/>
                          </a:moveTo>
                          <a:lnTo>
                            <a:pt x="1089" y="10090"/>
                          </a:lnTo>
                          <a:lnTo>
                            <a:pt x="1089" y="10099"/>
                          </a:lnTo>
                          <a:lnTo>
                            <a:pt x="1732" y="10742"/>
                          </a:lnTo>
                          <a:lnTo>
                            <a:pt x="1732" y="11197"/>
                          </a:lnTo>
                          <a:lnTo>
                            <a:pt x="1589" y="11197"/>
                          </a:lnTo>
                          <a:lnTo>
                            <a:pt x="1589" y="10760"/>
                          </a:lnTo>
                          <a:lnTo>
                            <a:pt x="955" y="10135"/>
                          </a:lnTo>
                          <a:lnTo>
                            <a:pt x="955" y="9796"/>
                          </a:lnTo>
                          <a:close/>
                          <a:moveTo>
                            <a:pt x="3168" y="8395"/>
                          </a:moveTo>
                          <a:cubicBezTo>
                            <a:pt x="3168" y="8404"/>
                            <a:pt x="3159" y="8404"/>
                            <a:pt x="3159" y="8413"/>
                          </a:cubicBezTo>
                          <a:lnTo>
                            <a:pt x="3159" y="8485"/>
                          </a:lnTo>
                          <a:lnTo>
                            <a:pt x="2624" y="8485"/>
                          </a:lnTo>
                          <a:lnTo>
                            <a:pt x="2454" y="8645"/>
                          </a:lnTo>
                          <a:lnTo>
                            <a:pt x="2454" y="9181"/>
                          </a:lnTo>
                          <a:lnTo>
                            <a:pt x="2008" y="9636"/>
                          </a:lnTo>
                          <a:lnTo>
                            <a:pt x="1268" y="9636"/>
                          </a:lnTo>
                          <a:lnTo>
                            <a:pt x="1268" y="9653"/>
                          </a:lnTo>
                          <a:lnTo>
                            <a:pt x="2017" y="9653"/>
                          </a:lnTo>
                          <a:lnTo>
                            <a:pt x="2472" y="9189"/>
                          </a:lnTo>
                          <a:lnTo>
                            <a:pt x="2472" y="8645"/>
                          </a:lnTo>
                          <a:lnTo>
                            <a:pt x="2633" y="8503"/>
                          </a:lnTo>
                          <a:lnTo>
                            <a:pt x="3159" y="8503"/>
                          </a:lnTo>
                          <a:lnTo>
                            <a:pt x="3159" y="8610"/>
                          </a:lnTo>
                          <a:lnTo>
                            <a:pt x="2731" y="8610"/>
                          </a:lnTo>
                          <a:lnTo>
                            <a:pt x="2597" y="8743"/>
                          </a:lnTo>
                          <a:lnTo>
                            <a:pt x="2597" y="11000"/>
                          </a:lnTo>
                          <a:cubicBezTo>
                            <a:pt x="2561" y="11018"/>
                            <a:pt x="2526" y="11036"/>
                            <a:pt x="2490" y="11054"/>
                          </a:cubicBezTo>
                          <a:lnTo>
                            <a:pt x="2490" y="10349"/>
                          </a:lnTo>
                          <a:lnTo>
                            <a:pt x="2071" y="9957"/>
                          </a:lnTo>
                          <a:cubicBezTo>
                            <a:pt x="2071" y="9957"/>
                            <a:pt x="2071" y="9948"/>
                            <a:pt x="2071" y="9948"/>
                          </a:cubicBezTo>
                          <a:cubicBezTo>
                            <a:pt x="2079" y="9921"/>
                            <a:pt x="2071" y="9894"/>
                            <a:pt x="2044" y="9876"/>
                          </a:cubicBezTo>
                          <a:cubicBezTo>
                            <a:pt x="2037" y="9874"/>
                            <a:pt x="2030" y="9873"/>
                            <a:pt x="2024" y="9873"/>
                          </a:cubicBezTo>
                          <a:cubicBezTo>
                            <a:pt x="2004" y="9873"/>
                            <a:pt x="1986" y="9883"/>
                            <a:pt x="1972" y="9903"/>
                          </a:cubicBezTo>
                          <a:cubicBezTo>
                            <a:pt x="1964" y="9930"/>
                            <a:pt x="1972" y="9957"/>
                            <a:pt x="1999" y="9974"/>
                          </a:cubicBezTo>
                          <a:cubicBezTo>
                            <a:pt x="2007" y="9978"/>
                            <a:pt x="2014" y="9980"/>
                            <a:pt x="2021" y="9980"/>
                          </a:cubicBezTo>
                          <a:cubicBezTo>
                            <a:pt x="2032" y="9980"/>
                            <a:pt x="2042" y="9976"/>
                            <a:pt x="2053" y="9966"/>
                          </a:cubicBezTo>
                          <a:lnTo>
                            <a:pt x="2472" y="10358"/>
                          </a:lnTo>
                          <a:lnTo>
                            <a:pt x="2472" y="11063"/>
                          </a:lnTo>
                          <a:cubicBezTo>
                            <a:pt x="2427" y="11090"/>
                            <a:pt x="2383" y="11107"/>
                            <a:pt x="2329" y="11116"/>
                          </a:cubicBezTo>
                          <a:lnTo>
                            <a:pt x="2329" y="10483"/>
                          </a:lnTo>
                          <a:lnTo>
                            <a:pt x="1928" y="10117"/>
                          </a:lnTo>
                          <a:cubicBezTo>
                            <a:pt x="1937" y="10090"/>
                            <a:pt x="1928" y="10055"/>
                            <a:pt x="1901" y="10046"/>
                          </a:cubicBezTo>
                          <a:cubicBezTo>
                            <a:pt x="1892" y="10040"/>
                            <a:pt x="1882" y="10037"/>
                            <a:pt x="1873" y="10037"/>
                          </a:cubicBezTo>
                          <a:cubicBezTo>
                            <a:pt x="1856" y="10037"/>
                            <a:pt x="1841" y="10046"/>
                            <a:pt x="1830" y="10064"/>
                          </a:cubicBezTo>
                          <a:cubicBezTo>
                            <a:pt x="1821" y="10090"/>
                            <a:pt x="1830" y="10126"/>
                            <a:pt x="1856" y="10135"/>
                          </a:cubicBezTo>
                          <a:cubicBezTo>
                            <a:pt x="1865" y="10140"/>
                            <a:pt x="1877" y="10142"/>
                            <a:pt x="1887" y="10142"/>
                          </a:cubicBezTo>
                          <a:cubicBezTo>
                            <a:pt x="1897" y="10142"/>
                            <a:pt x="1906" y="10140"/>
                            <a:pt x="1910" y="10135"/>
                          </a:cubicBezTo>
                          <a:lnTo>
                            <a:pt x="2311" y="10492"/>
                          </a:lnTo>
                          <a:lnTo>
                            <a:pt x="2311" y="11125"/>
                          </a:lnTo>
                          <a:cubicBezTo>
                            <a:pt x="2294" y="11134"/>
                            <a:pt x="2267" y="11134"/>
                            <a:pt x="2249" y="11143"/>
                          </a:cubicBezTo>
                          <a:cubicBezTo>
                            <a:pt x="2231" y="11143"/>
                            <a:pt x="2204" y="11152"/>
                            <a:pt x="2187" y="11152"/>
                          </a:cubicBezTo>
                          <a:lnTo>
                            <a:pt x="2187" y="10661"/>
                          </a:lnTo>
                          <a:lnTo>
                            <a:pt x="1758" y="10251"/>
                          </a:lnTo>
                          <a:cubicBezTo>
                            <a:pt x="1758" y="10251"/>
                            <a:pt x="1758" y="10242"/>
                            <a:pt x="1767" y="10242"/>
                          </a:cubicBezTo>
                          <a:cubicBezTo>
                            <a:pt x="1776" y="10215"/>
                            <a:pt x="1767" y="10189"/>
                            <a:pt x="1740" y="10171"/>
                          </a:cubicBezTo>
                          <a:cubicBezTo>
                            <a:pt x="1734" y="10169"/>
                            <a:pt x="1727" y="10167"/>
                            <a:pt x="1719" y="10167"/>
                          </a:cubicBezTo>
                          <a:cubicBezTo>
                            <a:pt x="1698" y="10167"/>
                            <a:pt x="1676" y="10177"/>
                            <a:pt x="1669" y="10198"/>
                          </a:cubicBezTo>
                          <a:cubicBezTo>
                            <a:pt x="1651" y="10224"/>
                            <a:pt x="1660" y="10251"/>
                            <a:pt x="1687" y="10269"/>
                          </a:cubicBezTo>
                          <a:cubicBezTo>
                            <a:pt x="1698" y="10273"/>
                            <a:pt x="1708" y="10275"/>
                            <a:pt x="1716" y="10275"/>
                          </a:cubicBezTo>
                          <a:cubicBezTo>
                            <a:pt x="1729" y="10275"/>
                            <a:pt x="1739" y="10270"/>
                            <a:pt x="1749" y="10260"/>
                          </a:cubicBezTo>
                          <a:lnTo>
                            <a:pt x="2169" y="10670"/>
                          </a:lnTo>
                          <a:lnTo>
                            <a:pt x="2169" y="11161"/>
                          </a:lnTo>
                          <a:cubicBezTo>
                            <a:pt x="2044" y="11179"/>
                            <a:pt x="1901" y="11197"/>
                            <a:pt x="1749" y="11197"/>
                          </a:cubicBezTo>
                          <a:lnTo>
                            <a:pt x="1749" y="10733"/>
                          </a:lnTo>
                          <a:lnTo>
                            <a:pt x="1740" y="10733"/>
                          </a:lnTo>
                          <a:lnTo>
                            <a:pt x="1107" y="10090"/>
                          </a:lnTo>
                          <a:lnTo>
                            <a:pt x="1107" y="9796"/>
                          </a:lnTo>
                          <a:lnTo>
                            <a:pt x="1116" y="9796"/>
                          </a:lnTo>
                          <a:cubicBezTo>
                            <a:pt x="1196" y="9796"/>
                            <a:pt x="1268" y="9725"/>
                            <a:pt x="1268" y="9636"/>
                          </a:cubicBezTo>
                          <a:lnTo>
                            <a:pt x="1268" y="9511"/>
                          </a:lnTo>
                          <a:lnTo>
                            <a:pt x="1919" y="9511"/>
                          </a:lnTo>
                          <a:lnTo>
                            <a:pt x="2294" y="9154"/>
                          </a:lnTo>
                          <a:lnTo>
                            <a:pt x="2294" y="8627"/>
                          </a:lnTo>
                          <a:lnTo>
                            <a:pt x="2526" y="8395"/>
                          </a:lnTo>
                          <a:close/>
                          <a:moveTo>
                            <a:pt x="768" y="0"/>
                          </a:moveTo>
                          <a:cubicBezTo>
                            <a:pt x="637" y="0"/>
                            <a:pt x="397" y="85"/>
                            <a:pt x="295" y="161"/>
                          </a:cubicBezTo>
                          <a:cubicBezTo>
                            <a:pt x="188" y="242"/>
                            <a:pt x="10" y="581"/>
                            <a:pt x="1" y="590"/>
                          </a:cubicBezTo>
                          <a:lnTo>
                            <a:pt x="1" y="599"/>
                          </a:lnTo>
                          <a:lnTo>
                            <a:pt x="1" y="10492"/>
                          </a:lnTo>
                          <a:cubicBezTo>
                            <a:pt x="1" y="10510"/>
                            <a:pt x="81" y="10795"/>
                            <a:pt x="161" y="10867"/>
                          </a:cubicBezTo>
                          <a:cubicBezTo>
                            <a:pt x="447" y="11116"/>
                            <a:pt x="1125" y="11232"/>
                            <a:pt x="1678" y="11232"/>
                          </a:cubicBezTo>
                          <a:cubicBezTo>
                            <a:pt x="1901" y="11232"/>
                            <a:pt x="2106" y="11215"/>
                            <a:pt x="2258" y="11179"/>
                          </a:cubicBezTo>
                          <a:cubicBezTo>
                            <a:pt x="3025" y="10991"/>
                            <a:pt x="4256" y="9743"/>
                            <a:pt x="4542" y="9002"/>
                          </a:cubicBezTo>
                          <a:cubicBezTo>
                            <a:pt x="4631" y="8779"/>
                            <a:pt x="4586" y="8395"/>
                            <a:pt x="4551" y="8030"/>
                          </a:cubicBezTo>
                          <a:cubicBezTo>
                            <a:pt x="4515" y="7744"/>
                            <a:pt x="4488" y="7477"/>
                            <a:pt x="4515" y="7298"/>
                          </a:cubicBezTo>
                          <a:cubicBezTo>
                            <a:pt x="4551" y="7129"/>
                            <a:pt x="4640" y="6879"/>
                            <a:pt x="4738" y="6638"/>
                          </a:cubicBezTo>
                          <a:cubicBezTo>
                            <a:pt x="4818" y="6406"/>
                            <a:pt x="4907" y="6174"/>
                            <a:pt x="4943" y="6005"/>
                          </a:cubicBezTo>
                          <a:cubicBezTo>
                            <a:pt x="5006" y="5701"/>
                            <a:pt x="5006" y="5059"/>
                            <a:pt x="4961" y="4729"/>
                          </a:cubicBezTo>
                          <a:cubicBezTo>
                            <a:pt x="4881" y="4247"/>
                            <a:pt x="4479" y="3328"/>
                            <a:pt x="4185" y="2945"/>
                          </a:cubicBezTo>
                          <a:cubicBezTo>
                            <a:pt x="3971" y="2677"/>
                            <a:pt x="3132" y="2133"/>
                            <a:pt x="3096" y="2106"/>
                          </a:cubicBezTo>
                          <a:cubicBezTo>
                            <a:pt x="3096" y="2106"/>
                            <a:pt x="2936" y="1981"/>
                            <a:pt x="2900" y="1928"/>
                          </a:cubicBezTo>
                          <a:cubicBezTo>
                            <a:pt x="2820" y="1812"/>
                            <a:pt x="2749" y="1589"/>
                            <a:pt x="2686" y="1375"/>
                          </a:cubicBezTo>
                          <a:cubicBezTo>
                            <a:pt x="2615" y="1125"/>
                            <a:pt x="2543" y="875"/>
                            <a:pt x="2436" y="741"/>
                          </a:cubicBezTo>
                          <a:cubicBezTo>
                            <a:pt x="2151" y="393"/>
                            <a:pt x="1241" y="54"/>
                            <a:pt x="786" y="1"/>
                          </a:cubicBezTo>
                          <a:cubicBezTo>
                            <a:pt x="780" y="0"/>
                            <a:pt x="774" y="0"/>
                            <a:pt x="768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8" name="Google Shape;328;p25"/>
                    <p:cNvSpPr/>
                    <p:nvPr/>
                  </p:nvSpPr>
                  <p:spPr>
                    <a:xfrm>
                      <a:off x="2843326" y="1772417"/>
                      <a:ext cx="133216" cy="111858"/>
                    </a:xfrm>
                    <a:custGeom>
                      <a:rect b="b" l="l" r="r" t="t"/>
                      <a:pathLst>
                        <a:path extrusionOk="0" h="2053" w="2445">
                          <a:moveTo>
                            <a:pt x="1508" y="0"/>
                          </a:moveTo>
                          <a:lnTo>
                            <a:pt x="0" y="1490"/>
                          </a:lnTo>
                          <a:lnTo>
                            <a:pt x="0" y="2052"/>
                          </a:lnTo>
                          <a:lnTo>
                            <a:pt x="18" y="2052"/>
                          </a:lnTo>
                          <a:lnTo>
                            <a:pt x="18" y="1499"/>
                          </a:lnTo>
                          <a:lnTo>
                            <a:pt x="1517" y="18"/>
                          </a:lnTo>
                          <a:lnTo>
                            <a:pt x="2445" y="18"/>
                          </a:lnTo>
                          <a:lnTo>
                            <a:pt x="2445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9" name="Google Shape;329;p25"/>
                    <p:cNvSpPr/>
                    <p:nvPr/>
                  </p:nvSpPr>
                  <p:spPr>
                    <a:xfrm>
                      <a:off x="2950284" y="1823743"/>
                      <a:ext cx="45713" cy="93769"/>
                    </a:xfrm>
                    <a:custGeom>
                      <a:rect b="b" l="l" r="r" t="t"/>
                      <a:pathLst>
                        <a:path extrusionOk="0" h="1721" w="839">
                          <a:moveTo>
                            <a:pt x="778" y="1"/>
                          </a:moveTo>
                          <a:cubicBezTo>
                            <a:pt x="772" y="1"/>
                            <a:pt x="765" y="2"/>
                            <a:pt x="758" y="4"/>
                          </a:cubicBezTo>
                          <a:cubicBezTo>
                            <a:pt x="732" y="22"/>
                            <a:pt x="714" y="49"/>
                            <a:pt x="732" y="75"/>
                          </a:cubicBezTo>
                          <a:cubicBezTo>
                            <a:pt x="741" y="93"/>
                            <a:pt x="758" y="102"/>
                            <a:pt x="767" y="102"/>
                          </a:cubicBezTo>
                          <a:lnTo>
                            <a:pt x="767" y="209"/>
                          </a:lnTo>
                          <a:lnTo>
                            <a:pt x="54" y="923"/>
                          </a:lnTo>
                          <a:lnTo>
                            <a:pt x="54" y="1610"/>
                          </a:lnTo>
                          <a:cubicBezTo>
                            <a:pt x="45" y="1610"/>
                            <a:pt x="45" y="1619"/>
                            <a:pt x="36" y="1619"/>
                          </a:cubicBezTo>
                          <a:cubicBezTo>
                            <a:pt x="9" y="1628"/>
                            <a:pt x="0" y="1663"/>
                            <a:pt x="9" y="1690"/>
                          </a:cubicBezTo>
                          <a:cubicBezTo>
                            <a:pt x="22" y="1710"/>
                            <a:pt x="41" y="1720"/>
                            <a:pt x="60" y="1720"/>
                          </a:cubicBezTo>
                          <a:cubicBezTo>
                            <a:pt x="67" y="1720"/>
                            <a:pt x="74" y="1719"/>
                            <a:pt x="80" y="1717"/>
                          </a:cubicBezTo>
                          <a:cubicBezTo>
                            <a:pt x="107" y="1699"/>
                            <a:pt x="125" y="1663"/>
                            <a:pt x="107" y="1637"/>
                          </a:cubicBezTo>
                          <a:cubicBezTo>
                            <a:pt x="98" y="1628"/>
                            <a:pt x="80" y="1619"/>
                            <a:pt x="71" y="1610"/>
                          </a:cubicBezTo>
                          <a:lnTo>
                            <a:pt x="71" y="932"/>
                          </a:lnTo>
                          <a:lnTo>
                            <a:pt x="785" y="218"/>
                          </a:lnTo>
                          <a:lnTo>
                            <a:pt x="785" y="102"/>
                          </a:lnTo>
                          <a:lnTo>
                            <a:pt x="803" y="102"/>
                          </a:lnTo>
                          <a:cubicBezTo>
                            <a:pt x="830" y="84"/>
                            <a:pt x="839" y="58"/>
                            <a:pt x="830" y="31"/>
                          </a:cubicBezTo>
                          <a:cubicBezTo>
                            <a:pt x="816" y="11"/>
                            <a:pt x="798" y="1"/>
                            <a:pt x="778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0" name="Google Shape;330;p25"/>
                    <p:cNvSpPr/>
                    <p:nvPr/>
                  </p:nvSpPr>
                  <p:spPr>
                    <a:xfrm>
                      <a:off x="2942982" y="1585746"/>
                      <a:ext cx="46203" cy="104066"/>
                    </a:xfrm>
                    <a:custGeom>
                      <a:rect b="b" l="l" r="r" t="t"/>
                      <a:pathLst>
                        <a:path extrusionOk="0" h="1910" w="848">
                          <a:moveTo>
                            <a:pt x="794" y="1"/>
                          </a:moveTo>
                          <a:cubicBezTo>
                            <a:pt x="768" y="1"/>
                            <a:pt x="741" y="27"/>
                            <a:pt x="741" y="54"/>
                          </a:cubicBezTo>
                          <a:cubicBezTo>
                            <a:pt x="741" y="63"/>
                            <a:pt x="741" y="81"/>
                            <a:pt x="750" y="90"/>
                          </a:cubicBezTo>
                          <a:lnTo>
                            <a:pt x="9" y="839"/>
                          </a:lnTo>
                          <a:lnTo>
                            <a:pt x="0" y="848"/>
                          </a:lnTo>
                          <a:lnTo>
                            <a:pt x="0" y="1535"/>
                          </a:lnTo>
                          <a:lnTo>
                            <a:pt x="295" y="1821"/>
                          </a:lnTo>
                          <a:cubicBezTo>
                            <a:pt x="295" y="1830"/>
                            <a:pt x="286" y="1838"/>
                            <a:pt x="286" y="1856"/>
                          </a:cubicBezTo>
                          <a:cubicBezTo>
                            <a:pt x="286" y="1883"/>
                            <a:pt x="313" y="1910"/>
                            <a:pt x="339" y="1910"/>
                          </a:cubicBezTo>
                          <a:cubicBezTo>
                            <a:pt x="375" y="1910"/>
                            <a:pt x="393" y="1883"/>
                            <a:pt x="393" y="1856"/>
                          </a:cubicBezTo>
                          <a:cubicBezTo>
                            <a:pt x="393" y="1821"/>
                            <a:pt x="375" y="1803"/>
                            <a:pt x="339" y="1803"/>
                          </a:cubicBezTo>
                          <a:cubicBezTo>
                            <a:pt x="330" y="1803"/>
                            <a:pt x="321" y="1803"/>
                            <a:pt x="313" y="1812"/>
                          </a:cubicBezTo>
                          <a:lnTo>
                            <a:pt x="18" y="1526"/>
                          </a:lnTo>
                          <a:lnTo>
                            <a:pt x="18" y="857"/>
                          </a:lnTo>
                          <a:lnTo>
                            <a:pt x="768" y="99"/>
                          </a:lnTo>
                          <a:cubicBezTo>
                            <a:pt x="776" y="108"/>
                            <a:pt x="785" y="108"/>
                            <a:pt x="794" y="108"/>
                          </a:cubicBezTo>
                          <a:cubicBezTo>
                            <a:pt x="821" y="108"/>
                            <a:pt x="848" y="81"/>
                            <a:pt x="848" y="54"/>
                          </a:cubicBezTo>
                          <a:cubicBezTo>
                            <a:pt x="848" y="27"/>
                            <a:pt x="821" y="1"/>
                            <a:pt x="794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1" name="Google Shape;331;p25"/>
                    <p:cNvSpPr/>
                    <p:nvPr/>
                  </p:nvSpPr>
                  <p:spPr>
                    <a:xfrm>
                      <a:off x="2854986" y="1778247"/>
                      <a:ext cx="80747" cy="97910"/>
                    </a:xfrm>
                    <a:custGeom>
                      <a:rect b="b" l="l" r="r" t="t"/>
                      <a:pathLst>
                        <a:path extrusionOk="0" h="1797" w="1482">
                          <a:moveTo>
                            <a:pt x="1428" y="0"/>
                          </a:moveTo>
                          <a:cubicBezTo>
                            <a:pt x="1401" y="0"/>
                            <a:pt x="1374" y="27"/>
                            <a:pt x="1374" y="54"/>
                          </a:cubicBezTo>
                          <a:cubicBezTo>
                            <a:pt x="1374" y="63"/>
                            <a:pt x="1374" y="72"/>
                            <a:pt x="1383" y="81"/>
                          </a:cubicBezTo>
                          <a:lnTo>
                            <a:pt x="54" y="1401"/>
                          </a:lnTo>
                          <a:lnTo>
                            <a:pt x="54" y="1686"/>
                          </a:lnTo>
                          <a:cubicBezTo>
                            <a:pt x="45" y="1686"/>
                            <a:pt x="45" y="1695"/>
                            <a:pt x="36" y="1695"/>
                          </a:cubicBezTo>
                          <a:cubicBezTo>
                            <a:pt x="10" y="1704"/>
                            <a:pt x="1" y="1740"/>
                            <a:pt x="18" y="1767"/>
                          </a:cubicBezTo>
                          <a:cubicBezTo>
                            <a:pt x="25" y="1787"/>
                            <a:pt x="47" y="1797"/>
                            <a:pt x="69" y="1797"/>
                          </a:cubicBezTo>
                          <a:cubicBezTo>
                            <a:pt x="76" y="1797"/>
                            <a:pt x="83" y="1796"/>
                            <a:pt x="90" y="1794"/>
                          </a:cubicBezTo>
                          <a:cubicBezTo>
                            <a:pt x="117" y="1776"/>
                            <a:pt x="125" y="1740"/>
                            <a:pt x="108" y="1713"/>
                          </a:cubicBezTo>
                          <a:cubicBezTo>
                            <a:pt x="99" y="1704"/>
                            <a:pt x="90" y="1695"/>
                            <a:pt x="72" y="1686"/>
                          </a:cubicBezTo>
                          <a:lnTo>
                            <a:pt x="72" y="1410"/>
                          </a:lnTo>
                          <a:lnTo>
                            <a:pt x="1392" y="90"/>
                          </a:lnTo>
                          <a:cubicBezTo>
                            <a:pt x="1401" y="99"/>
                            <a:pt x="1419" y="107"/>
                            <a:pt x="1428" y="107"/>
                          </a:cubicBezTo>
                          <a:cubicBezTo>
                            <a:pt x="1455" y="107"/>
                            <a:pt x="1481" y="81"/>
                            <a:pt x="1481" y="54"/>
                          </a:cubicBezTo>
                          <a:cubicBezTo>
                            <a:pt x="1481" y="27"/>
                            <a:pt x="1455" y="0"/>
                            <a:pt x="1428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2" name="Google Shape;332;p25"/>
                    <p:cNvSpPr/>
                    <p:nvPr/>
                  </p:nvSpPr>
                  <p:spPr>
                    <a:xfrm>
                      <a:off x="2938623" y="1824724"/>
                      <a:ext cx="32582" cy="76933"/>
                    </a:xfrm>
                    <a:custGeom>
                      <a:rect b="b" l="l" r="r" t="t"/>
                      <a:pathLst>
                        <a:path extrusionOk="0" h="1412" w="598">
                          <a:moveTo>
                            <a:pt x="537" y="0"/>
                          </a:moveTo>
                          <a:cubicBezTo>
                            <a:pt x="531" y="0"/>
                            <a:pt x="524" y="2"/>
                            <a:pt x="517" y="4"/>
                          </a:cubicBezTo>
                          <a:cubicBezTo>
                            <a:pt x="491" y="22"/>
                            <a:pt x="482" y="57"/>
                            <a:pt x="491" y="75"/>
                          </a:cubicBezTo>
                          <a:cubicBezTo>
                            <a:pt x="491" y="84"/>
                            <a:pt x="491" y="84"/>
                            <a:pt x="491" y="84"/>
                          </a:cubicBezTo>
                          <a:lnTo>
                            <a:pt x="54" y="530"/>
                          </a:lnTo>
                          <a:lnTo>
                            <a:pt x="45" y="530"/>
                          </a:lnTo>
                          <a:lnTo>
                            <a:pt x="45" y="1306"/>
                          </a:lnTo>
                          <a:lnTo>
                            <a:pt x="36" y="1306"/>
                          </a:lnTo>
                          <a:cubicBezTo>
                            <a:pt x="9" y="1324"/>
                            <a:pt x="0" y="1360"/>
                            <a:pt x="9" y="1378"/>
                          </a:cubicBezTo>
                          <a:cubicBezTo>
                            <a:pt x="22" y="1397"/>
                            <a:pt x="39" y="1412"/>
                            <a:pt x="58" y="1412"/>
                          </a:cubicBezTo>
                          <a:cubicBezTo>
                            <a:pt x="65" y="1412"/>
                            <a:pt x="73" y="1409"/>
                            <a:pt x="80" y="1404"/>
                          </a:cubicBezTo>
                          <a:cubicBezTo>
                            <a:pt x="107" y="1396"/>
                            <a:pt x="116" y="1360"/>
                            <a:pt x="107" y="1333"/>
                          </a:cubicBezTo>
                          <a:cubicBezTo>
                            <a:pt x="98" y="1315"/>
                            <a:pt x="80" y="1306"/>
                            <a:pt x="71" y="1306"/>
                          </a:cubicBezTo>
                          <a:lnTo>
                            <a:pt x="71" y="539"/>
                          </a:lnTo>
                          <a:lnTo>
                            <a:pt x="509" y="102"/>
                          </a:lnTo>
                          <a:cubicBezTo>
                            <a:pt x="517" y="106"/>
                            <a:pt x="526" y="109"/>
                            <a:pt x="535" y="109"/>
                          </a:cubicBezTo>
                          <a:cubicBezTo>
                            <a:pt x="544" y="109"/>
                            <a:pt x="553" y="106"/>
                            <a:pt x="562" y="102"/>
                          </a:cubicBezTo>
                          <a:cubicBezTo>
                            <a:pt x="589" y="93"/>
                            <a:pt x="598" y="57"/>
                            <a:pt x="589" y="31"/>
                          </a:cubicBezTo>
                          <a:cubicBezTo>
                            <a:pt x="575" y="11"/>
                            <a:pt x="557" y="0"/>
                            <a:pt x="537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3" name="Google Shape;333;p25"/>
                    <p:cNvSpPr/>
                    <p:nvPr/>
                  </p:nvSpPr>
                  <p:spPr>
                    <a:xfrm>
                      <a:off x="2864249" y="1572124"/>
                      <a:ext cx="49145" cy="33127"/>
                    </a:xfrm>
                    <a:custGeom>
                      <a:rect b="b" l="l" r="r" t="t"/>
                      <a:pathLst>
                        <a:path extrusionOk="0" h="608" w="902">
                          <a:moveTo>
                            <a:pt x="848" y="1"/>
                          </a:moveTo>
                          <a:cubicBezTo>
                            <a:pt x="812" y="1"/>
                            <a:pt x="794" y="19"/>
                            <a:pt x="794" y="54"/>
                          </a:cubicBezTo>
                          <a:cubicBezTo>
                            <a:pt x="794" y="63"/>
                            <a:pt x="794" y="72"/>
                            <a:pt x="803" y="81"/>
                          </a:cubicBezTo>
                          <a:lnTo>
                            <a:pt x="339" y="545"/>
                          </a:lnTo>
                          <a:lnTo>
                            <a:pt x="98" y="545"/>
                          </a:lnTo>
                          <a:cubicBezTo>
                            <a:pt x="98" y="527"/>
                            <a:pt x="80" y="500"/>
                            <a:pt x="54" y="500"/>
                          </a:cubicBezTo>
                          <a:cubicBezTo>
                            <a:pt x="18" y="500"/>
                            <a:pt x="0" y="527"/>
                            <a:pt x="0" y="554"/>
                          </a:cubicBezTo>
                          <a:cubicBezTo>
                            <a:pt x="0" y="590"/>
                            <a:pt x="18" y="608"/>
                            <a:pt x="54" y="608"/>
                          </a:cubicBezTo>
                          <a:cubicBezTo>
                            <a:pt x="80" y="608"/>
                            <a:pt x="98" y="590"/>
                            <a:pt x="98" y="563"/>
                          </a:cubicBezTo>
                          <a:lnTo>
                            <a:pt x="348" y="563"/>
                          </a:lnTo>
                          <a:lnTo>
                            <a:pt x="812" y="90"/>
                          </a:lnTo>
                          <a:cubicBezTo>
                            <a:pt x="821" y="99"/>
                            <a:pt x="830" y="108"/>
                            <a:pt x="848" y="108"/>
                          </a:cubicBezTo>
                          <a:cubicBezTo>
                            <a:pt x="874" y="108"/>
                            <a:pt x="901" y="81"/>
                            <a:pt x="901" y="54"/>
                          </a:cubicBezTo>
                          <a:cubicBezTo>
                            <a:pt x="901" y="19"/>
                            <a:pt x="874" y="1"/>
                            <a:pt x="848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4" name="Google Shape;334;p25"/>
                    <p:cNvSpPr/>
                    <p:nvPr/>
                  </p:nvSpPr>
                  <p:spPr>
                    <a:xfrm>
                      <a:off x="2861797" y="1553163"/>
                      <a:ext cx="74427" cy="68597"/>
                    </a:xfrm>
                    <a:custGeom>
                      <a:rect b="b" l="l" r="r" t="t"/>
                      <a:pathLst>
                        <a:path extrusionOk="0" h="1259" w="1366">
                          <a:moveTo>
                            <a:pt x="1276" y="1"/>
                          </a:moveTo>
                          <a:cubicBezTo>
                            <a:pt x="1232" y="1"/>
                            <a:pt x="1187" y="37"/>
                            <a:pt x="1187" y="90"/>
                          </a:cubicBezTo>
                          <a:cubicBezTo>
                            <a:pt x="1187" y="135"/>
                            <a:pt x="1223" y="170"/>
                            <a:pt x="1267" y="170"/>
                          </a:cubicBezTo>
                          <a:lnTo>
                            <a:pt x="1267" y="527"/>
                          </a:lnTo>
                          <a:lnTo>
                            <a:pt x="589" y="1196"/>
                          </a:lnTo>
                          <a:lnTo>
                            <a:pt x="108" y="1196"/>
                          </a:lnTo>
                          <a:cubicBezTo>
                            <a:pt x="108" y="1179"/>
                            <a:pt x="81" y="1152"/>
                            <a:pt x="54" y="1152"/>
                          </a:cubicBezTo>
                          <a:cubicBezTo>
                            <a:pt x="27" y="1152"/>
                            <a:pt x="0" y="1179"/>
                            <a:pt x="0" y="1205"/>
                          </a:cubicBezTo>
                          <a:cubicBezTo>
                            <a:pt x="0" y="1241"/>
                            <a:pt x="27" y="1259"/>
                            <a:pt x="54" y="1259"/>
                          </a:cubicBezTo>
                          <a:cubicBezTo>
                            <a:pt x="81" y="1259"/>
                            <a:pt x="108" y="1241"/>
                            <a:pt x="108" y="1214"/>
                          </a:cubicBezTo>
                          <a:lnTo>
                            <a:pt x="598" y="1214"/>
                          </a:lnTo>
                          <a:lnTo>
                            <a:pt x="1285" y="536"/>
                          </a:lnTo>
                          <a:lnTo>
                            <a:pt x="1285" y="170"/>
                          </a:lnTo>
                          <a:cubicBezTo>
                            <a:pt x="1330" y="170"/>
                            <a:pt x="1365" y="135"/>
                            <a:pt x="1365" y="90"/>
                          </a:cubicBezTo>
                          <a:cubicBezTo>
                            <a:pt x="1365" y="37"/>
                            <a:pt x="1321" y="1"/>
                            <a:pt x="1276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5" name="Google Shape;335;p25"/>
                    <p:cNvSpPr/>
                    <p:nvPr/>
                  </p:nvSpPr>
                  <p:spPr>
                    <a:xfrm>
                      <a:off x="2858419" y="1643120"/>
                      <a:ext cx="48165" cy="19996"/>
                    </a:xfrm>
                    <a:custGeom>
                      <a:rect b="b" l="l" r="r" t="t"/>
                      <a:pathLst>
                        <a:path extrusionOk="0" h="367" w="884">
                          <a:moveTo>
                            <a:pt x="830" y="0"/>
                          </a:moveTo>
                          <a:cubicBezTo>
                            <a:pt x="803" y="0"/>
                            <a:pt x="785" y="18"/>
                            <a:pt x="776" y="45"/>
                          </a:cubicBezTo>
                          <a:lnTo>
                            <a:pt x="196" y="45"/>
                          </a:lnTo>
                          <a:lnTo>
                            <a:pt x="45" y="179"/>
                          </a:lnTo>
                          <a:lnTo>
                            <a:pt x="45" y="259"/>
                          </a:lnTo>
                          <a:cubicBezTo>
                            <a:pt x="18" y="268"/>
                            <a:pt x="0" y="286"/>
                            <a:pt x="0" y="313"/>
                          </a:cubicBezTo>
                          <a:cubicBezTo>
                            <a:pt x="0" y="339"/>
                            <a:pt x="18" y="366"/>
                            <a:pt x="54" y="366"/>
                          </a:cubicBezTo>
                          <a:cubicBezTo>
                            <a:pt x="80" y="366"/>
                            <a:pt x="107" y="339"/>
                            <a:pt x="107" y="313"/>
                          </a:cubicBezTo>
                          <a:cubicBezTo>
                            <a:pt x="107" y="286"/>
                            <a:pt x="80" y="268"/>
                            <a:pt x="62" y="259"/>
                          </a:cubicBezTo>
                          <a:lnTo>
                            <a:pt x="62" y="188"/>
                          </a:lnTo>
                          <a:lnTo>
                            <a:pt x="205" y="63"/>
                          </a:lnTo>
                          <a:lnTo>
                            <a:pt x="776" y="63"/>
                          </a:lnTo>
                          <a:cubicBezTo>
                            <a:pt x="785" y="90"/>
                            <a:pt x="803" y="107"/>
                            <a:pt x="830" y="107"/>
                          </a:cubicBezTo>
                          <a:cubicBezTo>
                            <a:pt x="865" y="107"/>
                            <a:pt x="883" y="81"/>
                            <a:pt x="883" y="54"/>
                          </a:cubicBezTo>
                          <a:cubicBezTo>
                            <a:pt x="883" y="27"/>
                            <a:pt x="865" y="0"/>
                            <a:pt x="830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6" name="Google Shape;336;p25"/>
                    <p:cNvSpPr/>
                    <p:nvPr/>
                  </p:nvSpPr>
                  <p:spPr>
                    <a:xfrm>
                      <a:off x="2750971" y="1431167"/>
                      <a:ext cx="272752" cy="612030"/>
                    </a:xfrm>
                    <a:custGeom>
                      <a:rect b="b" l="l" r="r" t="t"/>
                      <a:pathLst>
                        <a:path extrusionOk="0" h="11233" w="5006">
                          <a:moveTo>
                            <a:pt x="3810" y="126"/>
                          </a:moveTo>
                          <a:lnTo>
                            <a:pt x="3810" y="1259"/>
                          </a:lnTo>
                          <a:lnTo>
                            <a:pt x="3667" y="1259"/>
                          </a:lnTo>
                          <a:lnTo>
                            <a:pt x="3667" y="946"/>
                          </a:lnTo>
                          <a:lnTo>
                            <a:pt x="3453" y="732"/>
                          </a:lnTo>
                          <a:lnTo>
                            <a:pt x="3453" y="251"/>
                          </a:lnTo>
                          <a:cubicBezTo>
                            <a:pt x="3578" y="197"/>
                            <a:pt x="3694" y="161"/>
                            <a:pt x="3810" y="126"/>
                          </a:cubicBezTo>
                          <a:close/>
                          <a:moveTo>
                            <a:pt x="3970" y="81"/>
                          </a:moveTo>
                          <a:lnTo>
                            <a:pt x="3970" y="1259"/>
                          </a:lnTo>
                          <a:lnTo>
                            <a:pt x="3828" y="1259"/>
                          </a:lnTo>
                          <a:lnTo>
                            <a:pt x="3828" y="117"/>
                          </a:lnTo>
                          <a:cubicBezTo>
                            <a:pt x="3881" y="108"/>
                            <a:pt x="3926" y="99"/>
                            <a:pt x="3970" y="81"/>
                          </a:cubicBezTo>
                          <a:close/>
                          <a:moveTo>
                            <a:pt x="3435" y="251"/>
                          </a:moveTo>
                          <a:lnTo>
                            <a:pt x="3435" y="732"/>
                          </a:lnTo>
                          <a:lnTo>
                            <a:pt x="3649" y="955"/>
                          </a:lnTo>
                          <a:lnTo>
                            <a:pt x="3649" y="1259"/>
                          </a:lnTo>
                          <a:lnTo>
                            <a:pt x="3658" y="1259"/>
                          </a:lnTo>
                          <a:cubicBezTo>
                            <a:pt x="3605" y="1259"/>
                            <a:pt x="3551" y="1294"/>
                            <a:pt x="3524" y="1339"/>
                          </a:cubicBezTo>
                          <a:lnTo>
                            <a:pt x="3524" y="1330"/>
                          </a:lnTo>
                          <a:lnTo>
                            <a:pt x="3212" y="1330"/>
                          </a:lnTo>
                          <a:lnTo>
                            <a:pt x="2953" y="1071"/>
                          </a:lnTo>
                          <a:lnTo>
                            <a:pt x="2454" y="1071"/>
                          </a:lnTo>
                          <a:cubicBezTo>
                            <a:pt x="2498" y="946"/>
                            <a:pt x="2543" y="839"/>
                            <a:pt x="2605" y="768"/>
                          </a:cubicBezTo>
                          <a:cubicBezTo>
                            <a:pt x="2757" y="572"/>
                            <a:pt x="3087" y="393"/>
                            <a:pt x="3435" y="251"/>
                          </a:cubicBezTo>
                          <a:close/>
                          <a:moveTo>
                            <a:pt x="4256" y="37"/>
                          </a:moveTo>
                          <a:cubicBezTo>
                            <a:pt x="4372" y="37"/>
                            <a:pt x="4595" y="117"/>
                            <a:pt x="4693" y="188"/>
                          </a:cubicBezTo>
                          <a:cubicBezTo>
                            <a:pt x="4782" y="260"/>
                            <a:pt x="4952" y="572"/>
                            <a:pt x="4970" y="607"/>
                          </a:cubicBezTo>
                          <a:lnTo>
                            <a:pt x="4970" y="1241"/>
                          </a:lnTo>
                          <a:lnTo>
                            <a:pt x="4746" y="1241"/>
                          </a:lnTo>
                          <a:lnTo>
                            <a:pt x="4657" y="1330"/>
                          </a:lnTo>
                          <a:lnTo>
                            <a:pt x="4283" y="1330"/>
                          </a:lnTo>
                          <a:lnTo>
                            <a:pt x="4283" y="1339"/>
                          </a:lnTo>
                          <a:cubicBezTo>
                            <a:pt x="4256" y="1303"/>
                            <a:pt x="4211" y="1268"/>
                            <a:pt x="4167" y="1268"/>
                          </a:cubicBezTo>
                          <a:lnTo>
                            <a:pt x="4176" y="1268"/>
                          </a:lnTo>
                          <a:lnTo>
                            <a:pt x="4176" y="946"/>
                          </a:lnTo>
                          <a:lnTo>
                            <a:pt x="4381" y="723"/>
                          </a:lnTo>
                          <a:lnTo>
                            <a:pt x="4381" y="63"/>
                          </a:lnTo>
                          <a:lnTo>
                            <a:pt x="4363" y="63"/>
                          </a:lnTo>
                          <a:lnTo>
                            <a:pt x="4363" y="715"/>
                          </a:lnTo>
                          <a:lnTo>
                            <a:pt x="4167" y="938"/>
                          </a:lnTo>
                          <a:lnTo>
                            <a:pt x="4158" y="946"/>
                          </a:lnTo>
                          <a:lnTo>
                            <a:pt x="4158" y="1268"/>
                          </a:lnTo>
                          <a:cubicBezTo>
                            <a:pt x="4158" y="1268"/>
                            <a:pt x="4149" y="1259"/>
                            <a:pt x="4149" y="1259"/>
                          </a:cubicBezTo>
                          <a:lnTo>
                            <a:pt x="3988" y="1259"/>
                          </a:lnTo>
                          <a:lnTo>
                            <a:pt x="3988" y="81"/>
                          </a:lnTo>
                          <a:cubicBezTo>
                            <a:pt x="4077" y="63"/>
                            <a:pt x="4158" y="45"/>
                            <a:pt x="4229" y="37"/>
                          </a:cubicBezTo>
                          <a:close/>
                          <a:moveTo>
                            <a:pt x="2944" y="1089"/>
                          </a:moveTo>
                          <a:lnTo>
                            <a:pt x="3203" y="1348"/>
                          </a:lnTo>
                          <a:lnTo>
                            <a:pt x="3524" y="1348"/>
                          </a:lnTo>
                          <a:cubicBezTo>
                            <a:pt x="3515" y="1366"/>
                            <a:pt x="3506" y="1393"/>
                            <a:pt x="3506" y="1419"/>
                          </a:cubicBezTo>
                          <a:lnTo>
                            <a:pt x="3506" y="1491"/>
                          </a:lnTo>
                          <a:lnTo>
                            <a:pt x="3203" y="1491"/>
                          </a:lnTo>
                          <a:lnTo>
                            <a:pt x="2944" y="1250"/>
                          </a:lnTo>
                          <a:lnTo>
                            <a:pt x="2391" y="1250"/>
                          </a:lnTo>
                          <a:cubicBezTo>
                            <a:pt x="2409" y="1196"/>
                            <a:pt x="2427" y="1143"/>
                            <a:pt x="2445" y="1089"/>
                          </a:cubicBezTo>
                          <a:close/>
                          <a:moveTo>
                            <a:pt x="4970" y="1259"/>
                          </a:moveTo>
                          <a:lnTo>
                            <a:pt x="4970" y="1526"/>
                          </a:lnTo>
                          <a:lnTo>
                            <a:pt x="4300" y="1526"/>
                          </a:lnTo>
                          <a:lnTo>
                            <a:pt x="4300" y="1419"/>
                          </a:lnTo>
                          <a:cubicBezTo>
                            <a:pt x="4300" y="1393"/>
                            <a:pt x="4292" y="1366"/>
                            <a:pt x="4283" y="1348"/>
                          </a:cubicBezTo>
                          <a:lnTo>
                            <a:pt x="4657" y="1348"/>
                          </a:lnTo>
                          <a:lnTo>
                            <a:pt x="4755" y="1259"/>
                          </a:lnTo>
                          <a:close/>
                          <a:moveTo>
                            <a:pt x="2944" y="1268"/>
                          </a:moveTo>
                          <a:lnTo>
                            <a:pt x="3194" y="1508"/>
                          </a:lnTo>
                          <a:lnTo>
                            <a:pt x="3506" y="1508"/>
                          </a:lnTo>
                          <a:lnTo>
                            <a:pt x="3506" y="1651"/>
                          </a:lnTo>
                          <a:lnTo>
                            <a:pt x="2266" y="1651"/>
                          </a:lnTo>
                          <a:cubicBezTo>
                            <a:pt x="2302" y="1571"/>
                            <a:pt x="2329" y="1473"/>
                            <a:pt x="2356" y="1384"/>
                          </a:cubicBezTo>
                          <a:cubicBezTo>
                            <a:pt x="2365" y="1348"/>
                            <a:pt x="2373" y="1303"/>
                            <a:pt x="2391" y="1268"/>
                          </a:cubicBezTo>
                          <a:close/>
                          <a:moveTo>
                            <a:pt x="4970" y="1544"/>
                          </a:moveTo>
                          <a:lnTo>
                            <a:pt x="4970" y="1687"/>
                          </a:lnTo>
                          <a:lnTo>
                            <a:pt x="4300" y="1687"/>
                          </a:lnTo>
                          <a:lnTo>
                            <a:pt x="4300" y="1544"/>
                          </a:lnTo>
                          <a:close/>
                          <a:moveTo>
                            <a:pt x="3506" y="1669"/>
                          </a:moveTo>
                          <a:lnTo>
                            <a:pt x="3506" y="1803"/>
                          </a:lnTo>
                          <a:lnTo>
                            <a:pt x="2213" y="1803"/>
                          </a:lnTo>
                          <a:cubicBezTo>
                            <a:pt x="2231" y="1758"/>
                            <a:pt x="2249" y="1714"/>
                            <a:pt x="2266" y="1669"/>
                          </a:cubicBezTo>
                          <a:close/>
                          <a:moveTo>
                            <a:pt x="4970" y="1705"/>
                          </a:moveTo>
                          <a:lnTo>
                            <a:pt x="4970" y="1928"/>
                          </a:lnTo>
                          <a:lnTo>
                            <a:pt x="4729" y="1928"/>
                          </a:lnTo>
                          <a:lnTo>
                            <a:pt x="4622" y="1839"/>
                          </a:lnTo>
                          <a:lnTo>
                            <a:pt x="4300" y="1839"/>
                          </a:lnTo>
                          <a:lnTo>
                            <a:pt x="4300" y="1705"/>
                          </a:lnTo>
                          <a:close/>
                          <a:moveTo>
                            <a:pt x="777" y="3070"/>
                          </a:moveTo>
                          <a:lnTo>
                            <a:pt x="1365" y="3614"/>
                          </a:lnTo>
                          <a:lnTo>
                            <a:pt x="1365" y="4470"/>
                          </a:lnTo>
                          <a:lnTo>
                            <a:pt x="1169" y="4470"/>
                          </a:lnTo>
                          <a:cubicBezTo>
                            <a:pt x="1053" y="4470"/>
                            <a:pt x="955" y="4568"/>
                            <a:pt x="955" y="4693"/>
                          </a:cubicBezTo>
                          <a:lnTo>
                            <a:pt x="955" y="4881"/>
                          </a:lnTo>
                          <a:lnTo>
                            <a:pt x="72" y="4881"/>
                          </a:lnTo>
                          <a:cubicBezTo>
                            <a:pt x="72" y="4827"/>
                            <a:pt x="81" y="4782"/>
                            <a:pt x="81" y="4738"/>
                          </a:cubicBezTo>
                          <a:cubicBezTo>
                            <a:pt x="90" y="4675"/>
                            <a:pt x="108" y="4613"/>
                            <a:pt x="125" y="4551"/>
                          </a:cubicBezTo>
                          <a:lnTo>
                            <a:pt x="339" y="4551"/>
                          </a:lnTo>
                          <a:lnTo>
                            <a:pt x="411" y="4675"/>
                          </a:lnTo>
                          <a:lnTo>
                            <a:pt x="955" y="4675"/>
                          </a:lnTo>
                          <a:lnTo>
                            <a:pt x="955" y="4658"/>
                          </a:lnTo>
                          <a:lnTo>
                            <a:pt x="429" y="4658"/>
                          </a:lnTo>
                          <a:lnTo>
                            <a:pt x="348" y="4533"/>
                          </a:lnTo>
                          <a:lnTo>
                            <a:pt x="134" y="4533"/>
                          </a:lnTo>
                          <a:cubicBezTo>
                            <a:pt x="206" y="4256"/>
                            <a:pt x="331" y="3917"/>
                            <a:pt x="482" y="3605"/>
                          </a:cubicBezTo>
                          <a:lnTo>
                            <a:pt x="812" y="3908"/>
                          </a:lnTo>
                          <a:lnTo>
                            <a:pt x="812" y="4113"/>
                          </a:lnTo>
                          <a:cubicBezTo>
                            <a:pt x="786" y="4122"/>
                            <a:pt x="768" y="4140"/>
                            <a:pt x="768" y="4167"/>
                          </a:cubicBezTo>
                          <a:cubicBezTo>
                            <a:pt x="768" y="4194"/>
                            <a:pt x="794" y="4220"/>
                            <a:pt x="821" y="4220"/>
                          </a:cubicBezTo>
                          <a:cubicBezTo>
                            <a:pt x="857" y="4220"/>
                            <a:pt x="875" y="4194"/>
                            <a:pt x="875" y="4167"/>
                          </a:cubicBezTo>
                          <a:cubicBezTo>
                            <a:pt x="875" y="4140"/>
                            <a:pt x="857" y="4122"/>
                            <a:pt x="830" y="4113"/>
                          </a:cubicBezTo>
                          <a:lnTo>
                            <a:pt x="830" y="3899"/>
                          </a:lnTo>
                          <a:lnTo>
                            <a:pt x="491" y="3596"/>
                          </a:lnTo>
                          <a:cubicBezTo>
                            <a:pt x="518" y="3534"/>
                            <a:pt x="545" y="3471"/>
                            <a:pt x="580" y="3418"/>
                          </a:cubicBezTo>
                          <a:lnTo>
                            <a:pt x="1142" y="3935"/>
                          </a:lnTo>
                          <a:lnTo>
                            <a:pt x="1142" y="4470"/>
                          </a:lnTo>
                          <a:lnTo>
                            <a:pt x="1169" y="4470"/>
                          </a:lnTo>
                          <a:lnTo>
                            <a:pt x="1169" y="3926"/>
                          </a:lnTo>
                          <a:lnTo>
                            <a:pt x="589" y="3400"/>
                          </a:lnTo>
                          <a:cubicBezTo>
                            <a:pt x="652" y="3275"/>
                            <a:pt x="714" y="3168"/>
                            <a:pt x="777" y="3070"/>
                          </a:cubicBezTo>
                          <a:close/>
                          <a:moveTo>
                            <a:pt x="4184" y="2053"/>
                          </a:moveTo>
                          <a:lnTo>
                            <a:pt x="4184" y="2802"/>
                          </a:lnTo>
                          <a:lnTo>
                            <a:pt x="3328" y="3650"/>
                          </a:lnTo>
                          <a:lnTo>
                            <a:pt x="3328" y="4542"/>
                          </a:lnTo>
                          <a:lnTo>
                            <a:pt x="3685" y="4890"/>
                          </a:lnTo>
                          <a:lnTo>
                            <a:pt x="3694" y="4898"/>
                          </a:lnTo>
                          <a:lnTo>
                            <a:pt x="4140" y="4898"/>
                          </a:lnTo>
                          <a:lnTo>
                            <a:pt x="4140" y="4881"/>
                          </a:lnTo>
                          <a:lnTo>
                            <a:pt x="3703" y="4881"/>
                          </a:lnTo>
                          <a:lnTo>
                            <a:pt x="3346" y="4533"/>
                          </a:lnTo>
                          <a:lnTo>
                            <a:pt x="3346" y="3658"/>
                          </a:lnTo>
                          <a:lnTo>
                            <a:pt x="4202" y="2811"/>
                          </a:lnTo>
                          <a:lnTo>
                            <a:pt x="4202" y="2053"/>
                          </a:lnTo>
                          <a:close/>
                          <a:moveTo>
                            <a:pt x="955" y="4898"/>
                          </a:moveTo>
                          <a:lnTo>
                            <a:pt x="955" y="5130"/>
                          </a:lnTo>
                          <a:lnTo>
                            <a:pt x="54" y="5130"/>
                          </a:lnTo>
                          <a:cubicBezTo>
                            <a:pt x="54" y="5050"/>
                            <a:pt x="63" y="4970"/>
                            <a:pt x="63" y="4898"/>
                          </a:cubicBezTo>
                          <a:close/>
                          <a:moveTo>
                            <a:pt x="955" y="5148"/>
                          </a:moveTo>
                          <a:lnTo>
                            <a:pt x="955" y="5362"/>
                          </a:lnTo>
                          <a:lnTo>
                            <a:pt x="393" y="5362"/>
                          </a:lnTo>
                          <a:lnTo>
                            <a:pt x="286" y="5478"/>
                          </a:lnTo>
                          <a:lnTo>
                            <a:pt x="54" y="5478"/>
                          </a:lnTo>
                          <a:cubicBezTo>
                            <a:pt x="54" y="5371"/>
                            <a:pt x="54" y="5255"/>
                            <a:pt x="54" y="5148"/>
                          </a:cubicBezTo>
                          <a:close/>
                          <a:moveTo>
                            <a:pt x="955" y="5371"/>
                          </a:moveTo>
                          <a:cubicBezTo>
                            <a:pt x="964" y="5487"/>
                            <a:pt x="1053" y="5576"/>
                            <a:pt x="1169" y="5576"/>
                          </a:cubicBezTo>
                          <a:lnTo>
                            <a:pt x="1365" y="5576"/>
                          </a:lnTo>
                          <a:lnTo>
                            <a:pt x="1365" y="5960"/>
                          </a:lnTo>
                          <a:lnTo>
                            <a:pt x="919" y="6397"/>
                          </a:lnTo>
                          <a:lnTo>
                            <a:pt x="224" y="6397"/>
                          </a:lnTo>
                          <a:lnTo>
                            <a:pt x="224" y="6406"/>
                          </a:lnTo>
                          <a:cubicBezTo>
                            <a:pt x="197" y="6335"/>
                            <a:pt x="179" y="6272"/>
                            <a:pt x="152" y="6210"/>
                          </a:cubicBezTo>
                          <a:lnTo>
                            <a:pt x="893" y="6210"/>
                          </a:lnTo>
                          <a:lnTo>
                            <a:pt x="1142" y="5933"/>
                          </a:lnTo>
                          <a:lnTo>
                            <a:pt x="1142" y="5576"/>
                          </a:lnTo>
                          <a:lnTo>
                            <a:pt x="1125" y="5576"/>
                          </a:lnTo>
                          <a:lnTo>
                            <a:pt x="1125" y="5924"/>
                          </a:lnTo>
                          <a:lnTo>
                            <a:pt x="884" y="6192"/>
                          </a:lnTo>
                          <a:lnTo>
                            <a:pt x="152" y="6192"/>
                          </a:lnTo>
                          <a:cubicBezTo>
                            <a:pt x="143" y="6156"/>
                            <a:pt x="125" y="6121"/>
                            <a:pt x="116" y="6085"/>
                          </a:cubicBezTo>
                          <a:lnTo>
                            <a:pt x="687" y="6085"/>
                          </a:lnTo>
                          <a:lnTo>
                            <a:pt x="794" y="5978"/>
                          </a:lnTo>
                          <a:cubicBezTo>
                            <a:pt x="803" y="5982"/>
                            <a:pt x="812" y="5985"/>
                            <a:pt x="821" y="5985"/>
                          </a:cubicBezTo>
                          <a:cubicBezTo>
                            <a:pt x="830" y="5985"/>
                            <a:pt x="839" y="5982"/>
                            <a:pt x="848" y="5978"/>
                          </a:cubicBezTo>
                          <a:cubicBezTo>
                            <a:pt x="875" y="5969"/>
                            <a:pt x="884" y="5933"/>
                            <a:pt x="875" y="5907"/>
                          </a:cubicBezTo>
                          <a:cubicBezTo>
                            <a:pt x="863" y="5889"/>
                            <a:pt x="848" y="5879"/>
                            <a:pt x="831" y="5879"/>
                          </a:cubicBezTo>
                          <a:cubicBezTo>
                            <a:pt x="822" y="5879"/>
                            <a:pt x="813" y="5882"/>
                            <a:pt x="803" y="5889"/>
                          </a:cubicBezTo>
                          <a:cubicBezTo>
                            <a:pt x="777" y="5898"/>
                            <a:pt x="768" y="5933"/>
                            <a:pt x="777" y="5960"/>
                          </a:cubicBezTo>
                          <a:cubicBezTo>
                            <a:pt x="777" y="5960"/>
                            <a:pt x="777" y="5960"/>
                            <a:pt x="786" y="5969"/>
                          </a:cubicBezTo>
                          <a:lnTo>
                            <a:pt x="678" y="6067"/>
                          </a:lnTo>
                          <a:lnTo>
                            <a:pt x="116" y="6067"/>
                          </a:lnTo>
                          <a:cubicBezTo>
                            <a:pt x="108" y="6049"/>
                            <a:pt x="108" y="6022"/>
                            <a:pt x="99" y="6005"/>
                          </a:cubicBezTo>
                          <a:cubicBezTo>
                            <a:pt x="99" y="5978"/>
                            <a:pt x="90" y="5960"/>
                            <a:pt x="90" y="5942"/>
                          </a:cubicBezTo>
                          <a:lnTo>
                            <a:pt x="473" y="5942"/>
                          </a:lnTo>
                          <a:lnTo>
                            <a:pt x="554" y="5871"/>
                          </a:lnTo>
                          <a:cubicBezTo>
                            <a:pt x="566" y="5877"/>
                            <a:pt x="583" y="5883"/>
                            <a:pt x="599" y="5883"/>
                          </a:cubicBezTo>
                          <a:cubicBezTo>
                            <a:pt x="605" y="5883"/>
                            <a:pt x="611" y="5882"/>
                            <a:pt x="616" y="5880"/>
                          </a:cubicBezTo>
                          <a:cubicBezTo>
                            <a:pt x="643" y="5862"/>
                            <a:pt x="652" y="5835"/>
                            <a:pt x="643" y="5808"/>
                          </a:cubicBezTo>
                          <a:cubicBezTo>
                            <a:pt x="630" y="5789"/>
                            <a:pt x="612" y="5774"/>
                            <a:pt x="594" y="5774"/>
                          </a:cubicBezTo>
                          <a:cubicBezTo>
                            <a:pt x="586" y="5774"/>
                            <a:pt x="579" y="5777"/>
                            <a:pt x="571" y="5782"/>
                          </a:cubicBezTo>
                          <a:cubicBezTo>
                            <a:pt x="545" y="5791"/>
                            <a:pt x="527" y="5826"/>
                            <a:pt x="545" y="5853"/>
                          </a:cubicBezTo>
                          <a:lnTo>
                            <a:pt x="464" y="5924"/>
                          </a:lnTo>
                          <a:lnTo>
                            <a:pt x="90" y="5924"/>
                          </a:lnTo>
                          <a:cubicBezTo>
                            <a:pt x="81" y="5898"/>
                            <a:pt x="81" y="5862"/>
                            <a:pt x="72" y="5835"/>
                          </a:cubicBezTo>
                          <a:lnTo>
                            <a:pt x="366" y="5835"/>
                          </a:lnTo>
                          <a:lnTo>
                            <a:pt x="447" y="5746"/>
                          </a:lnTo>
                          <a:cubicBezTo>
                            <a:pt x="455" y="5750"/>
                            <a:pt x="464" y="5753"/>
                            <a:pt x="474" y="5753"/>
                          </a:cubicBezTo>
                          <a:cubicBezTo>
                            <a:pt x="484" y="5753"/>
                            <a:pt x="496" y="5750"/>
                            <a:pt x="509" y="5746"/>
                          </a:cubicBezTo>
                          <a:cubicBezTo>
                            <a:pt x="527" y="5737"/>
                            <a:pt x="545" y="5701"/>
                            <a:pt x="527" y="5675"/>
                          </a:cubicBezTo>
                          <a:cubicBezTo>
                            <a:pt x="520" y="5655"/>
                            <a:pt x="498" y="5644"/>
                            <a:pt x="477" y="5644"/>
                          </a:cubicBezTo>
                          <a:cubicBezTo>
                            <a:pt x="469" y="5644"/>
                            <a:pt x="462" y="5646"/>
                            <a:pt x="455" y="5648"/>
                          </a:cubicBezTo>
                          <a:cubicBezTo>
                            <a:pt x="429" y="5666"/>
                            <a:pt x="420" y="5692"/>
                            <a:pt x="429" y="5719"/>
                          </a:cubicBezTo>
                          <a:cubicBezTo>
                            <a:pt x="438" y="5728"/>
                            <a:pt x="438" y="5728"/>
                            <a:pt x="438" y="5728"/>
                          </a:cubicBezTo>
                          <a:lnTo>
                            <a:pt x="357" y="5817"/>
                          </a:lnTo>
                          <a:lnTo>
                            <a:pt x="72" y="5817"/>
                          </a:lnTo>
                          <a:cubicBezTo>
                            <a:pt x="72" y="5773"/>
                            <a:pt x="63" y="5737"/>
                            <a:pt x="63" y="5692"/>
                          </a:cubicBezTo>
                          <a:lnTo>
                            <a:pt x="241" y="5692"/>
                          </a:lnTo>
                          <a:lnTo>
                            <a:pt x="322" y="5621"/>
                          </a:lnTo>
                          <a:cubicBezTo>
                            <a:pt x="332" y="5632"/>
                            <a:pt x="343" y="5636"/>
                            <a:pt x="353" y="5636"/>
                          </a:cubicBezTo>
                          <a:cubicBezTo>
                            <a:pt x="360" y="5636"/>
                            <a:pt x="368" y="5634"/>
                            <a:pt x="375" y="5630"/>
                          </a:cubicBezTo>
                          <a:cubicBezTo>
                            <a:pt x="402" y="5621"/>
                            <a:pt x="420" y="5585"/>
                            <a:pt x="402" y="5559"/>
                          </a:cubicBezTo>
                          <a:cubicBezTo>
                            <a:pt x="395" y="5539"/>
                            <a:pt x="374" y="5528"/>
                            <a:pt x="352" y="5528"/>
                          </a:cubicBezTo>
                          <a:cubicBezTo>
                            <a:pt x="345" y="5528"/>
                            <a:pt x="337" y="5530"/>
                            <a:pt x="331" y="5532"/>
                          </a:cubicBezTo>
                          <a:cubicBezTo>
                            <a:pt x="304" y="5550"/>
                            <a:pt x="295" y="5585"/>
                            <a:pt x="304" y="5603"/>
                          </a:cubicBezTo>
                          <a:cubicBezTo>
                            <a:pt x="304" y="5612"/>
                            <a:pt x="313" y="5612"/>
                            <a:pt x="313" y="5612"/>
                          </a:cubicBezTo>
                          <a:lnTo>
                            <a:pt x="241" y="5675"/>
                          </a:lnTo>
                          <a:lnTo>
                            <a:pt x="63" y="5675"/>
                          </a:lnTo>
                          <a:cubicBezTo>
                            <a:pt x="63" y="5621"/>
                            <a:pt x="54" y="5559"/>
                            <a:pt x="54" y="5496"/>
                          </a:cubicBezTo>
                          <a:lnTo>
                            <a:pt x="295" y="5496"/>
                          </a:lnTo>
                          <a:lnTo>
                            <a:pt x="402" y="5380"/>
                          </a:lnTo>
                          <a:lnTo>
                            <a:pt x="955" y="5380"/>
                          </a:lnTo>
                          <a:lnTo>
                            <a:pt x="955" y="5371"/>
                          </a:lnTo>
                          <a:close/>
                          <a:moveTo>
                            <a:pt x="1606" y="5576"/>
                          </a:moveTo>
                          <a:lnTo>
                            <a:pt x="1606" y="5924"/>
                          </a:lnTo>
                          <a:lnTo>
                            <a:pt x="946" y="6620"/>
                          </a:lnTo>
                          <a:lnTo>
                            <a:pt x="304" y="6620"/>
                          </a:lnTo>
                          <a:cubicBezTo>
                            <a:pt x="277" y="6558"/>
                            <a:pt x="250" y="6486"/>
                            <a:pt x="232" y="6415"/>
                          </a:cubicBezTo>
                          <a:lnTo>
                            <a:pt x="928" y="6415"/>
                          </a:lnTo>
                          <a:lnTo>
                            <a:pt x="1383" y="5969"/>
                          </a:lnTo>
                          <a:lnTo>
                            <a:pt x="1383" y="5576"/>
                          </a:lnTo>
                          <a:close/>
                          <a:moveTo>
                            <a:pt x="1829" y="5576"/>
                          </a:moveTo>
                          <a:lnTo>
                            <a:pt x="1838" y="5951"/>
                          </a:lnTo>
                          <a:lnTo>
                            <a:pt x="946" y="6861"/>
                          </a:lnTo>
                          <a:lnTo>
                            <a:pt x="393" y="6861"/>
                          </a:lnTo>
                          <a:cubicBezTo>
                            <a:pt x="366" y="6790"/>
                            <a:pt x="339" y="6709"/>
                            <a:pt x="313" y="6638"/>
                          </a:cubicBezTo>
                          <a:lnTo>
                            <a:pt x="955" y="6638"/>
                          </a:lnTo>
                          <a:lnTo>
                            <a:pt x="1624" y="5933"/>
                          </a:lnTo>
                          <a:lnTo>
                            <a:pt x="1624" y="5576"/>
                          </a:lnTo>
                          <a:close/>
                          <a:moveTo>
                            <a:pt x="759" y="8262"/>
                          </a:moveTo>
                          <a:lnTo>
                            <a:pt x="946" y="8395"/>
                          </a:lnTo>
                          <a:lnTo>
                            <a:pt x="1348" y="8395"/>
                          </a:lnTo>
                          <a:cubicBezTo>
                            <a:pt x="1348" y="8404"/>
                            <a:pt x="1348" y="8404"/>
                            <a:pt x="1348" y="8413"/>
                          </a:cubicBezTo>
                          <a:lnTo>
                            <a:pt x="1348" y="8503"/>
                          </a:lnTo>
                          <a:lnTo>
                            <a:pt x="955" y="8503"/>
                          </a:lnTo>
                          <a:lnTo>
                            <a:pt x="768" y="8378"/>
                          </a:lnTo>
                          <a:lnTo>
                            <a:pt x="455" y="8378"/>
                          </a:lnTo>
                          <a:cubicBezTo>
                            <a:pt x="464" y="8342"/>
                            <a:pt x="464" y="8297"/>
                            <a:pt x="473" y="8262"/>
                          </a:cubicBezTo>
                          <a:close/>
                          <a:moveTo>
                            <a:pt x="759" y="8395"/>
                          </a:moveTo>
                          <a:lnTo>
                            <a:pt x="946" y="8520"/>
                          </a:lnTo>
                          <a:lnTo>
                            <a:pt x="1348" y="8520"/>
                          </a:lnTo>
                          <a:lnTo>
                            <a:pt x="1348" y="8592"/>
                          </a:lnTo>
                          <a:lnTo>
                            <a:pt x="919" y="8592"/>
                          </a:lnTo>
                          <a:lnTo>
                            <a:pt x="794" y="8717"/>
                          </a:lnTo>
                          <a:lnTo>
                            <a:pt x="447" y="8717"/>
                          </a:lnTo>
                          <a:cubicBezTo>
                            <a:pt x="447" y="8619"/>
                            <a:pt x="447" y="8511"/>
                            <a:pt x="455" y="8395"/>
                          </a:cubicBezTo>
                          <a:close/>
                          <a:moveTo>
                            <a:pt x="1348" y="8610"/>
                          </a:moveTo>
                          <a:lnTo>
                            <a:pt x="1348" y="8690"/>
                          </a:lnTo>
                          <a:lnTo>
                            <a:pt x="946" y="8690"/>
                          </a:lnTo>
                          <a:lnTo>
                            <a:pt x="794" y="8824"/>
                          </a:lnTo>
                          <a:lnTo>
                            <a:pt x="455" y="8824"/>
                          </a:lnTo>
                          <a:cubicBezTo>
                            <a:pt x="455" y="8797"/>
                            <a:pt x="455" y="8761"/>
                            <a:pt x="447" y="8734"/>
                          </a:cubicBezTo>
                          <a:lnTo>
                            <a:pt x="803" y="8734"/>
                          </a:lnTo>
                          <a:lnTo>
                            <a:pt x="928" y="8610"/>
                          </a:lnTo>
                          <a:close/>
                          <a:moveTo>
                            <a:pt x="4970" y="8181"/>
                          </a:moveTo>
                          <a:lnTo>
                            <a:pt x="4970" y="8315"/>
                          </a:lnTo>
                          <a:lnTo>
                            <a:pt x="4675" y="8315"/>
                          </a:lnTo>
                          <a:lnTo>
                            <a:pt x="4309" y="8699"/>
                          </a:lnTo>
                          <a:lnTo>
                            <a:pt x="4309" y="9002"/>
                          </a:lnTo>
                          <a:lnTo>
                            <a:pt x="4149" y="9002"/>
                          </a:lnTo>
                          <a:lnTo>
                            <a:pt x="4149" y="8699"/>
                          </a:lnTo>
                          <a:lnTo>
                            <a:pt x="4684" y="8181"/>
                          </a:lnTo>
                          <a:close/>
                          <a:moveTo>
                            <a:pt x="4970" y="8333"/>
                          </a:moveTo>
                          <a:lnTo>
                            <a:pt x="4970" y="8529"/>
                          </a:lnTo>
                          <a:lnTo>
                            <a:pt x="4684" y="8529"/>
                          </a:lnTo>
                          <a:lnTo>
                            <a:pt x="4425" y="8761"/>
                          </a:lnTo>
                          <a:lnTo>
                            <a:pt x="4425" y="9002"/>
                          </a:lnTo>
                          <a:lnTo>
                            <a:pt x="4327" y="9002"/>
                          </a:lnTo>
                          <a:lnTo>
                            <a:pt x="4327" y="8699"/>
                          </a:lnTo>
                          <a:lnTo>
                            <a:pt x="4684" y="8333"/>
                          </a:lnTo>
                          <a:close/>
                          <a:moveTo>
                            <a:pt x="3506" y="1821"/>
                          </a:moveTo>
                          <a:lnTo>
                            <a:pt x="3506" y="1901"/>
                          </a:lnTo>
                          <a:cubicBezTo>
                            <a:pt x="3506" y="1972"/>
                            <a:pt x="3551" y="2035"/>
                            <a:pt x="3622" y="2053"/>
                          </a:cubicBezTo>
                          <a:cubicBezTo>
                            <a:pt x="3631" y="2053"/>
                            <a:pt x="3649" y="2062"/>
                            <a:pt x="3658" y="2062"/>
                          </a:cubicBezTo>
                          <a:lnTo>
                            <a:pt x="3756" y="2062"/>
                          </a:lnTo>
                          <a:lnTo>
                            <a:pt x="3756" y="2802"/>
                          </a:lnTo>
                          <a:lnTo>
                            <a:pt x="2721" y="3846"/>
                          </a:lnTo>
                          <a:lnTo>
                            <a:pt x="1990" y="3846"/>
                          </a:lnTo>
                          <a:lnTo>
                            <a:pt x="1856" y="3971"/>
                          </a:lnTo>
                          <a:lnTo>
                            <a:pt x="1856" y="4470"/>
                          </a:lnTo>
                          <a:lnTo>
                            <a:pt x="1874" y="4470"/>
                          </a:lnTo>
                          <a:lnTo>
                            <a:pt x="1874" y="3980"/>
                          </a:lnTo>
                          <a:lnTo>
                            <a:pt x="1999" y="3864"/>
                          </a:lnTo>
                          <a:lnTo>
                            <a:pt x="2730" y="3864"/>
                          </a:lnTo>
                          <a:lnTo>
                            <a:pt x="3774" y="2811"/>
                          </a:lnTo>
                          <a:lnTo>
                            <a:pt x="3774" y="2062"/>
                          </a:lnTo>
                          <a:lnTo>
                            <a:pt x="3890" y="2062"/>
                          </a:lnTo>
                          <a:lnTo>
                            <a:pt x="3890" y="2802"/>
                          </a:lnTo>
                          <a:lnTo>
                            <a:pt x="3043" y="3641"/>
                          </a:lnTo>
                          <a:lnTo>
                            <a:pt x="3043" y="3650"/>
                          </a:lnTo>
                          <a:lnTo>
                            <a:pt x="3043" y="4925"/>
                          </a:lnTo>
                          <a:lnTo>
                            <a:pt x="3399" y="5300"/>
                          </a:lnTo>
                          <a:lnTo>
                            <a:pt x="4140" y="5300"/>
                          </a:lnTo>
                          <a:lnTo>
                            <a:pt x="4140" y="5282"/>
                          </a:lnTo>
                          <a:lnTo>
                            <a:pt x="3417" y="5282"/>
                          </a:lnTo>
                          <a:lnTo>
                            <a:pt x="3060" y="4916"/>
                          </a:lnTo>
                          <a:lnTo>
                            <a:pt x="3060" y="3658"/>
                          </a:lnTo>
                          <a:lnTo>
                            <a:pt x="3908" y="2820"/>
                          </a:lnTo>
                          <a:lnTo>
                            <a:pt x="3908" y="2811"/>
                          </a:lnTo>
                          <a:lnTo>
                            <a:pt x="3908" y="2062"/>
                          </a:lnTo>
                          <a:lnTo>
                            <a:pt x="4024" y="2062"/>
                          </a:lnTo>
                          <a:lnTo>
                            <a:pt x="4024" y="2793"/>
                          </a:lnTo>
                          <a:lnTo>
                            <a:pt x="3176" y="3650"/>
                          </a:lnTo>
                          <a:lnTo>
                            <a:pt x="3176" y="4756"/>
                          </a:lnTo>
                          <a:lnTo>
                            <a:pt x="3542" y="5095"/>
                          </a:lnTo>
                          <a:lnTo>
                            <a:pt x="4140" y="5095"/>
                          </a:lnTo>
                          <a:lnTo>
                            <a:pt x="4140" y="5077"/>
                          </a:lnTo>
                          <a:lnTo>
                            <a:pt x="3551" y="5077"/>
                          </a:lnTo>
                          <a:lnTo>
                            <a:pt x="3194" y="4747"/>
                          </a:lnTo>
                          <a:lnTo>
                            <a:pt x="3194" y="3658"/>
                          </a:lnTo>
                          <a:lnTo>
                            <a:pt x="4042" y="2802"/>
                          </a:lnTo>
                          <a:lnTo>
                            <a:pt x="4042" y="2062"/>
                          </a:lnTo>
                          <a:lnTo>
                            <a:pt x="4149" y="2062"/>
                          </a:lnTo>
                          <a:cubicBezTo>
                            <a:pt x="4158" y="2062"/>
                            <a:pt x="4176" y="2053"/>
                            <a:pt x="4184" y="2053"/>
                          </a:cubicBezTo>
                          <a:cubicBezTo>
                            <a:pt x="4256" y="2035"/>
                            <a:pt x="4300" y="1972"/>
                            <a:pt x="4300" y="1901"/>
                          </a:cubicBezTo>
                          <a:lnTo>
                            <a:pt x="4300" y="1856"/>
                          </a:lnTo>
                          <a:lnTo>
                            <a:pt x="4613" y="1856"/>
                          </a:lnTo>
                          <a:lnTo>
                            <a:pt x="4720" y="1946"/>
                          </a:lnTo>
                          <a:lnTo>
                            <a:pt x="4970" y="1946"/>
                          </a:lnTo>
                          <a:lnTo>
                            <a:pt x="4970" y="3168"/>
                          </a:lnTo>
                          <a:lnTo>
                            <a:pt x="4488" y="3168"/>
                          </a:lnTo>
                          <a:lnTo>
                            <a:pt x="4051" y="3578"/>
                          </a:lnTo>
                          <a:cubicBezTo>
                            <a:pt x="4042" y="3569"/>
                            <a:pt x="4033" y="3560"/>
                            <a:pt x="4015" y="3560"/>
                          </a:cubicBezTo>
                          <a:cubicBezTo>
                            <a:pt x="3988" y="3560"/>
                            <a:pt x="3961" y="3587"/>
                            <a:pt x="3961" y="3614"/>
                          </a:cubicBezTo>
                          <a:cubicBezTo>
                            <a:pt x="3961" y="3650"/>
                            <a:pt x="3988" y="3667"/>
                            <a:pt x="4015" y="3667"/>
                          </a:cubicBezTo>
                          <a:cubicBezTo>
                            <a:pt x="4051" y="3667"/>
                            <a:pt x="4068" y="3650"/>
                            <a:pt x="4068" y="3614"/>
                          </a:cubicBezTo>
                          <a:cubicBezTo>
                            <a:pt x="4068" y="3605"/>
                            <a:pt x="4068" y="3596"/>
                            <a:pt x="4060" y="3587"/>
                          </a:cubicBezTo>
                          <a:lnTo>
                            <a:pt x="4488" y="3186"/>
                          </a:lnTo>
                          <a:lnTo>
                            <a:pt x="4970" y="3186"/>
                          </a:lnTo>
                          <a:lnTo>
                            <a:pt x="4970" y="3337"/>
                          </a:lnTo>
                          <a:lnTo>
                            <a:pt x="4550" y="3337"/>
                          </a:lnTo>
                          <a:lnTo>
                            <a:pt x="4292" y="3569"/>
                          </a:lnTo>
                          <a:cubicBezTo>
                            <a:pt x="4283" y="3569"/>
                            <a:pt x="4274" y="3560"/>
                            <a:pt x="4256" y="3560"/>
                          </a:cubicBezTo>
                          <a:cubicBezTo>
                            <a:pt x="4229" y="3560"/>
                            <a:pt x="4202" y="3587"/>
                            <a:pt x="4202" y="3614"/>
                          </a:cubicBezTo>
                          <a:cubicBezTo>
                            <a:pt x="4202" y="3650"/>
                            <a:pt x="4229" y="3667"/>
                            <a:pt x="4256" y="3667"/>
                          </a:cubicBezTo>
                          <a:cubicBezTo>
                            <a:pt x="4292" y="3667"/>
                            <a:pt x="4309" y="3650"/>
                            <a:pt x="4309" y="3614"/>
                          </a:cubicBezTo>
                          <a:cubicBezTo>
                            <a:pt x="4309" y="3605"/>
                            <a:pt x="4309" y="3596"/>
                            <a:pt x="4300" y="3587"/>
                          </a:cubicBezTo>
                          <a:lnTo>
                            <a:pt x="4559" y="3355"/>
                          </a:lnTo>
                          <a:lnTo>
                            <a:pt x="4970" y="3355"/>
                          </a:lnTo>
                          <a:lnTo>
                            <a:pt x="4970" y="3435"/>
                          </a:lnTo>
                          <a:lnTo>
                            <a:pt x="4684" y="3435"/>
                          </a:lnTo>
                          <a:lnTo>
                            <a:pt x="4523" y="3569"/>
                          </a:lnTo>
                          <a:cubicBezTo>
                            <a:pt x="4523" y="3569"/>
                            <a:pt x="4515" y="3560"/>
                            <a:pt x="4506" y="3560"/>
                          </a:cubicBezTo>
                          <a:cubicBezTo>
                            <a:pt x="4470" y="3560"/>
                            <a:pt x="4452" y="3587"/>
                            <a:pt x="4452" y="3614"/>
                          </a:cubicBezTo>
                          <a:cubicBezTo>
                            <a:pt x="4452" y="3650"/>
                            <a:pt x="4470" y="3667"/>
                            <a:pt x="4506" y="3667"/>
                          </a:cubicBezTo>
                          <a:cubicBezTo>
                            <a:pt x="4532" y="3667"/>
                            <a:pt x="4559" y="3650"/>
                            <a:pt x="4559" y="3614"/>
                          </a:cubicBezTo>
                          <a:cubicBezTo>
                            <a:pt x="4559" y="3605"/>
                            <a:pt x="4550" y="3587"/>
                            <a:pt x="4541" y="3578"/>
                          </a:cubicBezTo>
                          <a:lnTo>
                            <a:pt x="4693" y="3453"/>
                          </a:lnTo>
                          <a:lnTo>
                            <a:pt x="4970" y="3453"/>
                          </a:lnTo>
                          <a:lnTo>
                            <a:pt x="4970" y="4104"/>
                          </a:lnTo>
                          <a:lnTo>
                            <a:pt x="4399" y="4104"/>
                          </a:lnTo>
                          <a:lnTo>
                            <a:pt x="4247" y="3944"/>
                          </a:lnTo>
                          <a:cubicBezTo>
                            <a:pt x="4256" y="3935"/>
                            <a:pt x="4256" y="3926"/>
                            <a:pt x="4256" y="3917"/>
                          </a:cubicBezTo>
                          <a:cubicBezTo>
                            <a:pt x="4256" y="3881"/>
                            <a:pt x="4238" y="3864"/>
                            <a:pt x="4202" y="3864"/>
                          </a:cubicBezTo>
                          <a:cubicBezTo>
                            <a:pt x="4176" y="3864"/>
                            <a:pt x="4149" y="3881"/>
                            <a:pt x="4149" y="3917"/>
                          </a:cubicBezTo>
                          <a:cubicBezTo>
                            <a:pt x="4149" y="3944"/>
                            <a:pt x="4176" y="3971"/>
                            <a:pt x="4202" y="3971"/>
                          </a:cubicBezTo>
                          <a:cubicBezTo>
                            <a:pt x="4220" y="3971"/>
                            <a:pt x="4229" y="3962"/>
                            <a:pt x="4238" y="3962"/>
                          </a:cubicBezTo>
                          <a:lnTo>
                            <a:pt x="4390" y="4122"/>
                          </a:lnTo>
                          <a:lnTo>
                            <a:pt x="4970" y="4122"/>
                          </a:lnTo>
                          <a:lnTo>
                            <a:pt x="4970" y="4238"/>
                          </a:lnTo>
                          <a:lnTo>
                            <a:pt x="4300" y="4238"/>
                          </a:lnTo>
                          <a:lnTo>
                            <a:pt x="4024" y="3953"/>
                          </a:lnTo>
                          <a:cubicBezTo>
                            <a:pt x="4033" y="3944"/>
                            <a:pt x="4033" y="3926"/>
                            <a:pt x="4033" y="3917"/>
                          </a:cubicBezTo>
                          <a:cubicBezTo>
                            <a:pt x="4033" y="3881"/>
                            <a:pt x="4015" y="3864"/>
                            <a:pt x="3979" y="3864"/>
                          </a:cubicBezTo>
                          <a:cubicBezTo>
                            <a:pt x="3953" y="3864"/>
                            <a:pt x="3926" y="3881"/>
                            <a:pt x="3926" y="3917"/>
                          </a:cubicBezTo>
                          <a:cubicBezTo>
                            <a:pt x="3926" y="3944"/>
                            <a:pt x="3953" y="3971"/>
                            <a:pt x="3979" y="3971"/>
                          </a:cubicBezTo>
                          <a:cubicBezTo>
                            <a:pt x="3988" y="3971"/>
                            <a:pt x="3997" y="3962"/>
                            <a:pt x="4006" y="3962"/>
                          </a:cubicBezTo>
                          <a:lnTo>
                            <a:pt x="4292" y="4256"/>
                          </a:lnTo>
                          <a:lnTo>
                            <a:pt x="4970" y="4256"/>
                          </a:lnTo>
                          <a:lnTo>
                            <a:pt x="4970" y="4354"/>
                          </a:lnTo>
                          <a:lnTo>
                            <a:pt x="4211" y="4354"/>
                          </a:lnTo>
                          <a:lnTo>
                            <a:pt x="3810" y="3944"/>
                          </a:lnTo>
                          <a:cubicBezTo>
                            <a:pt x="3819" y="3935"/>
                            <a:pt x="3819" y="3926"/>
                            <a:pt x="3819" y="3917"/>
                          </a:cubicBezTo>
                          <a:cubicBezTo>
                            <a:pt x="3819" y="3881"/>
                            <a:pt x="3801" y="3864"/>
                            <a:pt x="3765" y="3864"/>
                          </a:cubicBezTo>
                          <a:cubicBezTo>
                            <a:pt x="3738" y="3864"/>
                            <a:pt x="3712" y="3881"/>
                            <a:pt x="3712" y="3917"/>
                          </a:cubicBezTo>
                          <a:cubicBezTo>
                            <a:pt x="3712" y="3944"/>
                            <a:pt x="3738" y="3971"/>
                            <a:pt x="3765" y="3971"/>
                          </a:cubicBezTo>
                          <a:cubicBezTo>
                            <a:pt x="3783" y="3971"/>
                            <a:pt x="3792" y="3962"/>
                            <a:pt x="3801" y="3962"/>
                          </a:cubicBezTo>
                          <a:lnTo>
                            <a:pt x="4202" y="4372"/>
                          </a:lnTo>
                          <a:lnTo>
                            <a:pt x="4970" y="4372"/>
                          </a:lnTo>
                          <a:lnTo>
                            <a:pt x="4970" y="8164"/>
                          </a:lnTo>
                          <a:lnTo>
                            <a:pt x="4675" y="8164"/>
                          </a:lnTo>
                          <a:lnTo>
                            <a:pt x="4131" y="8690"/>
                          </a:lnTo>
                          <a:lnTo>
                            <a:pt x="4131" y="8699"/>
                          </a:lnTo>
                          <a:lnTo>
                            <a:pt x="4131" y="9002"/>
                          </a:lnTo>
                          <a:lnTo>
                            <a:pt x="3997" y="9002"/>
                          </a:lnTo>
                          <a:lnTo>
                            <a:pt x="3997" y="8199"/>
                          </a:lnTo>
                          <a:lnTo>
                            <a:pt x="4773" y="7441"/>
                          </a:lnTo>
                          <a:lnTo>
                            <a:pt x="4773" y="7120"/>
                          </a:lnTo>
                          <a:lnTo>
                            <a:pt x="4791" y="7120"/>
                          </a:lnTo>
                          <a:cubicBezTo>
                            <a:pt x="4818" y="7102"/>
                            <a:pt x="4827" y="7075"/>
                            <a:pt x="4818" y="7048"/>
                          </a:cubicBezTo>
                          <a:cubicBezTo>
                            <a:pt x="4804" y="7028"/>
                            <a:pt x="4786" y="7018"/>
                            <a:pt x="4766" y="7018"/>
                          </a:cubicBezTo>
                          <a:cubicBezTo>
                            <a:pt x="4760" y="7018"/>
                            <a:pt x="4753" y="7019"/>
                            <a:pt x="4746" y="7022"/>
                          </a:cubicBezTo>
                          <a:cubicBezTo>
                            <a:pt x="4720" y="7039"/>
                            <a:pt x="4702" y="7066"/>
                            <a:pt x="4720" y="7093"/>
                          </a:cubicBezTo>
                          <a:cubicBezTo>
                            <a:pt x="4729" y="7111"/>
                            <a:pt x="4746" y="7120"/>
                            <a:pt x="4755" y="7120"/>
                          </a:cubicBezTo>
                          <a:lnTo>
                            <a:pt x="4755" y="7432"/>
                          </a:lnTo>
                          <a:lnTo>
                            <a:pt x="3979" y="8190"/>
                          </a:lnTo>
                          <a:lnTo>
                            <a:pt x="3979" y="9002"/>
                          </a:lnTo>
                          <a:lnTo>
                            <a:pt x="3854" y="9002"/>
                          </a:lnTo>
                          <a:lnTo>
                            <a:pt x="3854" y="8137"/>
                          </a:lnTo>
                          <a:lnTo>
                            <a:pt x="4595" y="7405"/>
                          </a:lnTo>
                          <a:lnTo>
                            <a:pt x="4604" y="7396"/>
                          </a:lnTo>
                          <a:lnTo>
                            <a:pt x="4604" y="7173"/>
                          </a:lnTo>
                          <a:cubicBezTo>
                            <a:pt x="4604" y="7173"/>
                            <a:pt x="4613" y="7173"/>
                            <a:pt x="4613" y="7164"/>
                          </a:cubicBezTo>
                          <a:cubicBezTo>
                            <a:pt x="4639" y="7155"/>
                            <a:pt x="4648" y="7120"/>
                            <a:pt x="4639" y="7093"/>
                          </a:cubicBezTo>
                          <a:cubicBezTo>
                            <a:pt x="4628" y="7076"/>
                            <a:pt x="4613" y="7066"/>
                            <a:pt x="4596" y="7066"/>
                          </a:cubicBezTo>
                          <a:cubicBezTo>
                            <a:pt x="4587" y="7066"/>
                            <a:pt x="4578" y="7069"/>
                            <a:pt x="4568" y="7075"/>
                          </a:cubicBezTo>
                          <a:cubicBezTo>
                            <a:pt x="4541" y="7084"/>
                            <a:pt x="4532" y="7120"/>
                            <a:pt x="4541" y="7147"/>
                          </a:cubicBezTo>
                          <a:cubicBezTo>
                            <a:pt x="4550" y="7164"/>
                            <a:pt x="4568" y="7173"/>
                            <a:pt x="4586" y="7173"/>
                          </a:cubicBezTo>
                          <a:lnTo>
                            <a:pt x="4586" y="7396"/>
                          </a:lnTo>
                          <a:lnTo>
                            <a:pt x="3837" y="8119"/>
                          </a:lnTo>
                          <a:lnTo>
                            <a:pt x="3837" y="8128"/>
                          </a:lnTo>
                          <a:lnTo>
                            <a:pt x="3837" y="9011"/>
                          </a:lnTo>
                          <a:cubicBezTo>
                            <a:pt x="3783" y="9029"/>
                            <a:pt x="3738" y="9082"/>
                            <a:pt x="3738" y="9154"/>
                          </a:cubicBezTo>
                          <a:lnTo>
                            <a:pt x="3738" y="9181"/>
                          </a:lnTo>
                          <a:lnTo>
                            <a:pt x="3346" y="9181"/>
                          </a:lnTo>
                          <a:lnTo>
                            <a:pt x="3132" y="8975"/>
                          </a:lnTo>
                          <a:lnTo>
                            <a:pt x="3132" y="7405"/>
                          </a:lnTo>
                          <a:lnTo>
                            <a:pt x="3774" y="6781"/>
                          </a:lnTo>
                          <a:lnTo>
                            <a:pt x="4167" y="6781"/>
                          </a:lnTo>
                          <a:lnTo>
                            <a:pt x="4167" y="6763"/>
                          </a:lnTo>
                          <a:lnTo>
                            <a:pt x="3765" y="6763"/>
                          </a:lnTo>
                          <a:lnTo>
                            <a:pt x="3123" y="7396"/>
                          </a:lnTo>
                          <a:lnTo>
                            <a:pt x="3114" y="7396"/>
                          </a:lnTo>
                          <a:lnTo>
                            <a:pt x="3114" y="8975"/>
                          </a:lnTo>
                          <a:lnTo>
                            <a:pt x="3337" y="9198"/>
                          </a:lnTo>
                          <a:lnTo>
                            <a:pt x="3738" y="9198"/>
                          </a:lnTo>
                          <a:lnTo>
                            <a:pt x="3738" y="9386"/>
                          </a:lnTo>
                          <a:lnTo>
                            <a:pt x="3221" y="9386"/>
                          </a:lnTo>
                          <a:lnTo>
                            <a:pt x="2891" y="9029"/>
                          </a:lnTo>
                          <a:lnTo>
                            <a:pt x="2891" y="7405"/>
                          </a:lnTo>
                          <a:lnTo>
                            <a:pt x="3774" y="6531"/>
                          </a:lnTo>
                          <a:lnTo>
                            <a:pt x="4140" y="6531"/>
                          </a:lnTo>
                          <a:lnTo>
                            <a:pt x="4140" y="6513"/>
                          </a:lnTo>
                          <a:lnTo>
                            <a:pt x="3765" y="6513"/>
                          </a:lnTo>
                          <a:lnTo>
                            <a:pt x="2873" y="7396"/>
                          </a:lnTo>
                          <a:lnTo>
                            <a:pt x="2873" y="9038"/>
                          </a:lnTo>
                          <a:lnTo>
                            <a:pt x="3212" y="9404"/>
                          </a:lnTo>
                          <a:lnTo>
                            <a:pt x="3738" y="9404"/>
                          </a:lnTo>
                          <a:lnTo>
                            <a:pt x="3738" y="9493"/>
                          </a:lnTo>
                          <a:lnTo>
                            <a:pt x="3096" y="9493"/>
                          </a:lnTo>
                          <a:lnTo>
                            <a:pt x="2730" y="9145"/>
                          </a:lnTo>
                          <a:lnTo>
                            <a:pt x="2730" y="8627"/>
                          </a:lnTo>
                          <a:lnTo>
                            <a:pt x="2489" y="8378"/>
                          </a:lnTo>
                          <a:lnTo>
                            <a:pt x="1838" y="8378"/>
                          </a:lnTo>
                          <a:lnTo>
                            <a:pt x="1838" y="8387"/>
                          </a:lnTo>
                          <a:cubicBezTo>
                            <a:pt x="1829" y="8342"/>
                            <a:pt x="1794" y="8315"/>
                            <a:pt x="1749" y="8315"/>
                          </a:cubicBezTo>
                          <a:lnTo>
                            <a:pt x="1490" y="8315"/>
                          </a:lnTo>
                          <a:lnTo>
                            <a:pt x="1490" y="7762"/>
                          </a:lnTo>
                          <a:lnTo>
                            <a:pt x="3212" y="6031"/>
                          </a:lnTo>
                          <a:lnTo>
                            <a:pt x="4140" y="6031"/>
                          </a:lnTo>
                          <a:lnTo>
                            <a:pt x="4140" y="6014"/>
                          </a:lnTo>
                          <a:lnTo>
                            <a:pt x="3203" y="6014"/>
                          </a:lnTo>
                          <a:lnTo>
                            <a:pt x="1472" y="7753"/>
                          </a:lnTo>
                          <a:lnTo>
                            <a:pt x="1472" y="8315"/>
                          </a:lnTo>
                          <a:lnTo>
                            <a:pt x="1446" y="8315"/>
                          </a:lnTo>
                          <a:cubicBezTo>
                            <a:pt x="1401" y="8315"/>
                            <a:pt x="1356" y="8342"/>
                            <a:pt x="1348" y="8387"/>
                          </a:cubicBezTo>
                          <a:lnTo>
                            <a:pt x="1348" y="8378"/>
                          </a:lnTo>
                          <a:lnTo>
                            <a:pt x="955" y="8378"/>
                          </a:lnTo>
                          <a:lnTo>
                            <a:pt x="759" y="8244"/>
                          </a:lnTo>
                          <a:lnTo>
                            <a:pt x="473" y="8244"/>
                          </a:lnTo>
                          <a:cubicBezTo>
                            <a:pt x="473" y="8199"/>
                            <a:pt x="482" y="8164"/>
                            <a:pt x="482" y="8119"/>
                          </a:cubicBezTo>
                          <a:lnTo>
                            <a:pt x="678" y="8119"/>
                          </a:lnTo>
                          <a:cubicBezTo>
                            <a:pt x="678" y="8128"/>
                            <a:pt x="678" y="8128"/>
                            <a:pt x="687" y="8137"/>
                          </a:cubicBezTo>
                          <a:cubicBezTo>
                            <a:pt x="693" y="8154"/>
                            <a:pt x="710" y="8164"/>
                            <a:pt x="729" y="8164"/>
                          </a:cubicBezTo>
                          <a:cubicBezTo>
                            <a:pt x="739" y="8164"/>
                            <a:pt x="749" y="8161"/>
                            <a:pt x="759" y="8155"/>
                          </a:cubicBezTo>
                          <a:cubicBezTo>
                            <a:pt x="786" y="8146"/>
                            <a:pt x="794" y="8110"/>
                            <a:pt x="777" y="8083"/>
                          </a:cubicBezTo>
                          <a:cubicBezTo>
                            <a:pt x="771" y="8066"/>
                            <a:pt x="754" y="8056"/>
                            <a:pt x="735" y="8056"/>
                          </a:cubicBezTo>
                          <a:cubicBezTo>
                            <a:pt x="725" y="8056"/>
                            <a:pt x="715" y="8059"/>
                            <a:pt x="705" y="8065"/>
                          </a:cubicBezTo>
                          <a:cubicBezTo>
                            <a:pt x="696" y="8074"/>
                            <a:pt x="687" y="8083"/>
                            <a:pt x="678" y="8101"/>
                          </a:cubicBezTo>
                          <a:lnTo>
                            <a:pt x="491" y="8101"/>
                          </a:lnTo>
                          <a:cubicBezTo>
                            <a:pt x="491" y="8083"/>
                            <a:pt x="491" y="8056"/>
                            <a:pt x="491" y="8039"/>
                          </a:cubicBezTo>
                          <a:cubicBezTo>
                            <a:pt x="500" y="8003"/>
                            <a:pt x="500" y="7976"/>
                            <a:pt x="500" y="7941"/>
                          </a:cubicBezTo>
                          <a:lnTo>
                            <a:pt x="830" y="7941"/>
                          </a:lnTo>
                          <a:cubicBezTo>
                            <a:pt x="830" y="7949"/>
                            <a:pt x="830" y="7958"/>
                            <a:pt x="830" y="7958"/>
                          </a:cubicBezTo>
                          <a:cubicBezTo>
                            <a:pt x="844" y="7978"/>
                            <a:pt x="867" y="7988"/>
                            <a:pt x="885" y="7988"/>
                          </a:cubicBezTo>
                          <a:cubicBezTo>
                            <a:pt x="891" y="7988"/>
                            <a:pt x="897" y="7987"/>
                            <a:pt x="902" y="7985"/>
                          </a:cubicBezTo>
                          <a:cubicBezTo>
                            <a:pt x="928" y="7967"/>
                            <a:pt x="946" y="7941"/>
                            <a:pt x="928" y="7914"/>
                          </a:cubicBezTo>
                          <a:cubicBezTo>
                            <a:pt x="922" y="7894"/>
                            <a:pt x="900" y="7884"/>
                            <a:pt x="878" y="7884"/>
                          </a:cubicBezTo>
                          <a:cubicBezTo>
                            <a:pt x="871" y="7884"/>
                            <a:pt x="864" y="7885"/>
                            <a:pt x="857" y="7887"/>
                          </a:cubicBezTo>
                          <a:cubicBezTo>
                            <a:pt x="839" y="7896"/>
                            <a:pt x="830" y="7914"/>
                            <a:pt x="830" y="7923"/>
                          </a:cubicBezTo>
                          <a:lnTo>
                            <a:pt x="509" y="7923"/>
                          </a:lnTo>
                          <a:cubicBezTo>
                            <a:pt x="509" y="7869"/>
                            <a:pt x="518" y="7816"/>
                            <a:pt x="518" y="7771"/>
                          </a:cubicBezTo>
                          <a:lnTo>
                            <a:pt x="964" y="7771"/>
                          </a:lnTo>
                          <a:cubicBezTo>
                            <a:pt x="964" y="7771"/>
                            <a:pt x="964" y="7780"/>
                            <a:pt x="964" y="7780"/>
                          </a:cubicBezTo>
                          <a:cubicBezTo>
                            <a:pt x="977" y="7800"/>
                            <a:pt x="996" y="7810"/>
                            <a:pt x="1015" y="7810"/>
                          </a:cubicBezTo>
                          <a:cubicBezTo>
                            <a:pt x="1022" y="7810"/>
                            <a:pt x="1029" y="7809"/>
                            <a:pt x="1035" y="7807"/>
                          </a:cubicBezTo>
                          <a:cubicBezTo>
                            <a:pt x="1062" y="7789"/>
                            <a:pt x="1071" y="7762"/>
                            <a:pt x="1062" y="7735"/>
                          </a:cubicBezTo>
                          <a:cubicBezTo>
                            <a:pt x="1049" y="7715"/>
                            <a:pt x="1030" y="7705"/>
                            <a:pt x="1011" y="7705"/>
                          </a:cubicBezTo>
                          <a:cubicBezTo>
                            <a:pt x="1004" y="7705"/>
                            <a:pt x="997" y="7706"/>
                            <a:pt x="991" y="7709"/>
                          </a:cubicBezTo>
                          <a:cubicBezTo>
                            <a:pt x="973" y="7717"/>
                            <a:pt x="964" y="7735"/>
                            <a:pt x="964" y="7753"/>
                          </a:cubicBezTo>
                          <a:lnTo>
                            <a:pt x="527" y="7753"/>
                          </a:lnTo>
                          <a:cubicBezTo>
                            <a:pt x="527" y="7700"/>
                            <a:pt x="536" y="7646"/>
                            <a:pt x="536" y="7593"/>
                          </a:cubicBezTo>
                          <a:lnTo>
                            <a:pt x="1107" y="7593"/>
                          </a:lnTo>
                          <a:cubicBezTo>
                            <a:pt x="1107" y="7602"/>
                            <a:pt x="1107" y="7610"/>
                            <a:pt x="1107" y="7610"/>
                          </a:cubicBezTo>
                          <a:cubicBezTo>
                            <a:pt x="1120" y="7631"/>
                            <a:pt x="1138" y="7641"/>
                            <a:pt x="1158" y="7641"/>
                          </a:cubicBezTo>
                          <a:cubicBezTo>
                            <a:pt x="1165" y="7641"/>
                            <a:pt x="1171" y="7639"/>
                            <a:pt x="1178" y="7637"/>
                          </a:cubicBezTo>
                          <a:cubicBezTo>
                            <a:pt x="1205" y="7619"/>
                            <a:pt x="1223" y="7593"/>
                            <a:pt x="1205" y="7566"/>
                          </a:cubicBezTo>
                          <a:cubicBezTo>
                            <a:pt x="1198" y="7547"/>
                            <a:pt x="1178" y="7532"/>
                            <a:pt x="1157" y="7532"/>
                          </a:cubicBezTo>
                          <a:cubicBezTo>
                            <a:pt x="1149" y="7532"/>
                            <a:pt x="1141" y="7534"/>
                            <a:pt x="1133" y="7539"/>
                          </a:cubicBezTo>
                          <a:cubicBezTo>
                            <a:pt x="1116" y="7548"/>
                            <a:pt x="1107" y="7566"/>
                            <a:pt x="1107" y="7575"/>
                          </a:cubicBezTo>
                          <a:lnTo>
                            <a:pt x="536" y="7575"/>
                          </a:lnTo>
                          <a:cubicBezTo>
                            <a:pt x="536" y="7539"/>
                            <a:pt x="536" y="7503"/>
                            <a:pt x="536" y="7468"/>
                          </a:cubicBezTo>
                          <a:lnTo>
                            <a:pt x="1330" y="7468"/>
                          </a:lnTo>
                          <a:lnTo>
                            <a:pt x="2507" y="6290"/>
                          </a:lnTo>
                          <a:cubicBezTo>
                            <a:pt x="2516" y="6299"/>
                            <a:pt x="2534" y="6308"/>
                            <a:pt x="2543" y="6308"/>
                          </a:cubicBezTo>
                          <a:cubicBezTo>
                            <a:pt x="2579" y="6308"/>
                            <a:pt x="2597" y="6281"/>
                            <a:pt x="2597" y="6254"/>
                          </a:cubicBezTo>
                          <a:cubicBezTo>
                            <a:pt x="2597" y="6228"/>
                            <a:pt x="2579" y="6201"/>
                            <a:pt x="2543" y="6201"/>
                          </a:cubicBezTo>
                          <a:cubicBezTo>
                            <a:pt x="2516" y="6201"/>
                            <a:pt x="2489" y="6228"/>
                            <a:pt x="2489" y="6254"/>
                          </a:cubicBezTo>
                          <a:cubicBezTo>
                            <a:pt x="2489" y="6263"/>
                            <a:pt x="2498" y="6272"/>
                            <a:pt x="2498" y="6281"/>
                          </a:cubicBezTo>
                          <a:lnTo>
                            <a:pt x="1321" y="7450"/>
                          </a:lnTo>
                          <a:lnTo>
                            <a:pt x="536" y="7450"/>
                          </a:lnTo>
                          <a:cubicBezTo>
                            <a:pt x="536" y="7396"/>
                            <a:pt x="536" y="7343"/>
                            <a:pt x="527" y="7289"/>
                          </a:cubicBezTo>
                          <a:cubicBezTo>
                            <a:pt x="518" y="7280"/>
                            <a:pt x="518" y="7271"/>
                            <a:pt x="518" y="7254"/>
                          </a:cubicBezTo>
                          <a:lnTo>
                            <a:pt x="1205" y="7254"/>
                          </a:lnTo>
                          <a:lnTo>
                            <a:pt x="2177" y="6290"/>
                          </a:lnTo>
                          <a:cubicBezTo>
                            <a:pt x="2186" y="6299"/>
                            <a:pt x="2195" y="6308"/>
                            <a:pt x="2213" y="6308"/>
                          </a:cubicBezTo>
                          <a:cubicBezTo>
                            <a:pt x="2240" y="6308"/>
                            <a:pt x="2266" y="6281"/>
                            <a:pt x="2266" y="6254"/>
                          </a:cubicBezTo>
                          <a:cubicBezTo>
                            <a:pt x="2266" y="6228"/>
                            <a:pt x="2240" y="6201"/>
                            <a:pt x="2213" y="6201"/>
                          </a:cubicBezTo>
                          <a:cubicBezTo>
                            <a:pt x="2186" y="6201"/>
                            <a:pt x="2159" y="6228"/>
                            <a:pt x="2159" y="6254"/>
                          </a:cubicBezTo>
                          <a:cubicBezTo>
                            <a:pt x="2159" y="6263"/>
                            <a:pt x="2159" y="6272"/>
                            <a:pt x="2168" y="6281"/>
                          </a:cubicBezTo>
                          <a:lnTo>
                            <a:pt x="1196" y="7236"/>
                          </a:lnTo>
                          <a:lnTo>
                            <a:pt x="509" y="7236"/>
                          </a:lnTo>
                          <a:cubicBezTo>
                            <a:pt x="500" y="7191"/>
                            <a:pt x="482" y="7129"/>
                            <a:pt x="464" y="7075"/>
                          </a:cubicBezTo>
                          <a:lnTo>
                            <a:pt x="1053" y="7075"/>
                          </a:lnTo>
                          <a:lnTo>
                            <a:pt x="1811" y="6290"/>
                          </a:lnTo>
                          <a:cubicBezTo>
                            <a:pt x="1822" y="6301"/>
                            <a:pt x="1832" y="6305"/>
                            <a:pt x="1843" y="6305"/>
                          </a:cubicBezTo>
                          <a:cubicBezTo>
                            <a:pt x="1850" y="6305"/>
                            <a:pt x="1858" y="6303"/>
                            <a:pt x="1865" y="6299"/>
                          </a:cubicBezTo>
                          <a:cubicBezTo>
                            <a:pt x="1892" y="6290"/>
                            <a:pt x="1910" y="6254"/>
                            <a:pt x="1892" y="6228"/>
                          </a:cubicBezTo>
                          <a:cubicBezTo>
                            <a:pt x="1886" y="6210"/>
                            <a:pt x="1869" y="6201"/>
                            <a:pt x="1851" y="6201"/>
                          </a:cubicBezTo>
                          <a:cubicBezTo>
                            <a:pt x="1840" y="6201"/>
                            <a:pt x="1830" y="6204"/>
                            <a:pt x="1820" y="6210"/>
                          </a:cubicBezTo>
                          <a:cubicBezTo>
                            <a:pt x="1794" y="6219"/>
                            <a:pt x="1785" y="6254"/>
                            <a:pt x="1794" y="6281"/>
                          </a:cubicBezTo>
                          <a:lnTo>
                            <a:pt x="1044" y="7048"/>
                          </a:lnTo>
                          <a:lnTo>
                            <a:pt x="464" y="7048"/>
                          </a:lnTo>
                          <a:cubicBezTo>
                            <a:pt x="447" y="6995"/>
                            <a:pt x="420" y="6941"/>
                            <a:pt x="402" y="6879"/>
                          </a:cubicBezTo>
                          <a:lnTo>
                            <a:pt x="955" y="6879"/>
                          </a:lnTo>
                          <a:lnTo>
                            <a:pt x="1847" y="5960"/>
                          </a:lnTo>
                          <a:lnTo>
                            <a:pt x="1856" y="5951"/>
                          </a:lnTo>
                          <a:lnTo>
                            <a:pt x="1847" y="5576"/>
                          </a:lnTo>
                          <a:lnTo>
                            <a:pt x="1838" y="5576"/>
                          </a:lnTo>
                          <a:cubicBezTo>
                            <a:pt x="1927" y="5576"/>
                            <a:pt x="2008" y="5523"/>
                            <a:pt x="2034" y="5452"/>
                          </a:cubicBezTo>
                          <a:lnTo>
                            <a:pt x="2034" y="5460"/>
                          </a:lnTo>
                          <a:lnTo>
                            <a:pt x="2481" y="5460"/>
                          </a:lnTo>
                          <a:lnTo>
                            <a:pt x="2837" y="5791"/>
                          </a:lnTo>
                          <a:cubicBezTo>
                            <a:pt x="2828" y="5799"/>
                            <a:pt x="2820" y="5808"/>
                            <a:pt x="2820" y="5826"/>
                          </a:cubicBezTo>
                          <a:cubicBezTo>
                            <a:pt x="2820" y="5853"/>
                            <a:pt x="2846" y="5880"/>
                            <a:pt x="2873" y="5880"/>
                          </a:cubicBezTo>
                          <a:cubicBezTo>
                            <a:pt x="2909" y="5880"/>
                            <a:pt x="2927" y="5853"/>
                            <a:pt x="2927" y="5826"/>
                          </a:cubicBezTo>
                          <a:cubicBezTo>
                            <a:pt x="2927" y="5791"/>
                            <a:pt x="2909" y="5773"/>
                            <a:pt x="2873" y="5773"/>
                          </a:cubicBezTo>
                          <a:cubicBezTo>
                            <a:pt x="2864" y="5773"/>
                            <a:pt x="2855" y="5773"/>
                            <a:pt x="2846" y="5782"/>
                          </a:cubicBezTo>
                          <a:lnTo>
                            <a:pt x="2489" y="5443"/>
                          </a:lnTo>
                          <a:lnTo>
                            <a:pt x="2043" y="5443"/>
                          </a:lnTo>
                          <a:cubicBezTo>
                            <a:pt x="2052" y="5416"/>
                            <a:pt x="2061" y="5389"/>
                            <a:pt x="2061" y="5362"/>
                          </a:cubicBezTo>
                          <a:lnTo>
                            <a:pt x="2061" y="5237"/>
                          </a:lnTo>
                          <a:lnTo>
                            <a:pt x="2498" y="5237"/>
                          </a:lnTo>
                          <a:lnTo>
                            <a:pt x="2739" y="5460"/>
                          </a:lnTo>
                          <a:cubicBezTo>
                            <a:pt x="2739" y="5469"/>
                            <a:pt x="2730" y="5478"/>
                            <a:pt x="2730" y="5487"/>
                          </a:cubicBezTo>
                          <a:cubicBezTo>
                            <a:pt x="2730" y="5523"/>
                            <a:pt x="2757" y="5541"/>
                            <a:pt x="2784" y="5541"/>
                          </a:cubicBezTo>
                          <a:cubicBezTo>
                            <a:pt x="2820" y="5541"/>
                            <a:pt x="2837" y="5523"/>
                            <a:pt x="2837" y="5487"/>
                          </a:cubicBezTo>
                          <a:cubicBezTo>
                            <a:pt x="2837" y="5460"/>
                            <a:pt x="2820" y="5434"/>
                            <a:pt x="2784" y="5434"/>
                          </a:cubicBezTo>
                          <a:cubicBezTo>
                            <a:pt x="2775" y="5434"/>
                            <a:pt x="2766" y="5443"/>
                            <a:pt x="2757" y="5452"/>
                          </a:cubicBezTo>
                          <a:lnTo>
                            <a:pt x="2507" y="5220"/>
                          </a:lnTo>
                          <a:lnTo>
                            <a:pt x="2061" y="5220"/>
                          </a:lnTo>
                          <a:lnTo>
                            <a:pt x="2061" y="4997"/>
                          </a:lnTo>
                          <a:lnTo>
                            <a:pt x="2605" y="4997"/>
                          </a:lnTo>
                          <a:lnTo>
                            <a:pt x="3373" y="5773"/>
                          </a:lnTo>
                          <a:lnTo>
                            <a:pt x="4140" y="5773"/>
                          </a:lnTo>
                          <a:lnTo>
                            <a:pt x="4140" y="5755"/>
                          </a:lnTo>
                          <a:lnTo>
                            <a:pt x="3382" y="5755"/>
                          </a:lnTo>
                          <a:lnTo>
                            <a:pt x="2614" y="4988"/>
                          </a:lnTo>
                          <a:lnTo>
                            <a:pt x="2605" y="4979"/>
                          </a:lnTo>
                          <a:lnTo>
                            <a:pt x="2061" y="4979"/>
                          </a:lnTo>
                          <a:lnTo>
                            <a:pt x="2061" y="4702"/>
                          </a:lnTo>
                          <a:lnTo>
                            <a:pt x="2597" y="4702"/>
                          </a:lnTo>
                          <a:lnTo>
                            <a:pt x="3426" y="5532"/>
                          </a:lnTo>
                          <a:lnTo>
                            <a:pt x="3426" y="5541"/>
                          </a:lnTo>
                          <a:lnTo>
                            <a:pt x="4140" y="5541"/>
                          </a:lnTo>
                          <a:lnTo>
                            <a:pt x="4140" y="5523"/>
                          </a:lnTo>
                          <a:lnTo>
                            <a:pt x="3435" y="5523"/>
                          </a:lnTo>
                          <a:lnTo>
                            <a:pt x="2605" y="4684"/>
                          </a:lnTo>
                          <a:lnTo>
                            <a:pt x="2061" y="4684"/>
                          </a:lnTo>
                          <a:lnTo>
                            <a:pt x="2061" y="4693"/>
                          </a:lnTo>
                          <a:cubicBezTo>
                            <a:pt x="2061" y="4568"/>
                            <a:pt x="1963" y="4470"/>
                            <a:pt x="1838" y="4470"/>
                          </a:cubicBezTo>
                          <a:lnTo>
                            <a:pt x="1642" y="4470"/>
                          </a:lnTo>
                          <a:lnTo>
                            <a:pt x="1642" y="3953"/>
                          </a:lnTo>
                          <a:lnTo>
                            <a:pt x="1954" y="3658"/>
                          </a:lnTo>
                          <a:lnTo>
                            <a:pt x="2811" y="3658"/>
                          </a:lnTo>
                          <a:lnTo>
                            <a:pt x="3622" y="2811"/>
                          </a:lnTo>
                          <a:lnTo>
                            <a:pt x="3622" y="2053"/>
                          </a:lnTo>
                          <a:lnTo>
                            <a:pt x="3605" y="2053"/>
                          </a:lnTo>
                          <a:lnTo>
                            <a:pt x="3605" y="2802"/>
                          </a:lnTo>
                          <a:lnTo>
                            <a:pt x="2802" y="3641"/>
                          </a:lnTo>
                          <a:lnTo>
                            <a:pt x="1945" y="3641"/>
                          </a:lnTo>
                          <a:lnTo>
                            <a:pt x="1633" y="3935"/>
                          </a:lnTo>
                          <a:lnTo>
                            <a:pt x="1624" y="3944"/>
                          </a:lnTo>
                          <a:lnTo>
                            <a:pt x="1624" y="4470"/>
                          </a:lnTo>
                          <a:lnTo>
                            <a:pt x="1383" y="4470"/>
                          </a:lnTo>
                          <a:lnTo>
                            <a:pt x="1383" y="3605"/>
                          </a:lnTo>
                          <a:lnTo>
                            <a:pt x="794" y="3052"/>
                          </a:lnTo>
                          <a:cubicBezTo>
                            <a:pt x="812" y="3025"/>
                            <a:pt x="830" y="2998"/>
                            <a:pt x="857" y="2972"/>
                          </a:cubicBezTo>
                          <a:cubicBezTo>
                            <a:pt x="866" y="2945"/>
                            <a:pt x="884" y="2927"/>
                            <a:pt x="910" y="2909"/>
                          </a:cubicBezTo>
                          <a:lnTo>
                            <a:pt x="1196" y="2909"/>
                          </a:lnTo>
                          <a:lnTo>
                            <a:pt x="1490" y="3186"/>
                          </a:lnTo>
                          <a:cubicBezTo>
                            <a:pt x="1490" y="3195"/>
                            <a:pt x="1481" y="3212"/>
                            <a:pt x="1481" y="3221"/>
                          </a:cubicBezTo>
                          <a:cubicBezTo>
                            <a:pt x="1481" y="3248"/>
                            <a:pt x="1508" y="3275"/>
                            <a:pt x="1535" y="3275"/>
                          </a:cubicBezTo>
                          <a:cubicBezTo>
                            <a:pt x="1562" y="3275"/>
                            <a:pt x="1588" y="3248"/>
                            <a:pt x="1588" y="3221"/>
                          </a:cubicBezTo>
                          <a:cubicBezTo>
                            <a:pt x="1588" y="3195"/>
                            <a:pt x="1562" y="3168"/>
                            <a:pt x="1535" y="3168"/>
                          </a:cubicBezTo>
                          <a:cubicBezTo>
                            <a:pt x="1526" y="3168"/>
                            <a:pt x="1517" y="3177"/>
                            <a:pt x="1508" y="3177"/>
                          </a:cubicBezTo>
                          <a:lnTo>
                            <a:pt x="1205" y="2891"/>
                          </a:lnTo>
                          <a:lnTo>
                            <a:pt x="928" y="2891"/>
                          </a:lnTo>
                          <a:cubicBezTo>
                            <a:pt x="973" y="2838"/>
                            <a:pt x="1035" y="2784"/>
                            <a:pt x="1107" y="2731"/>
                          </a:cubicBezTo>
                          <a:lnTo>
                            <a:pt x="1374" y="2731"/>
                          </a:lnTo>
                          <a:lnTo>
                            <a:pt x="1695" y="3043"/>
                          </a:lnTo>
                          <a:cubicBezTo>
                            <a:pt x="1687" y="3052"/>
                            <a:pt x="1678" y="3061"/>
                            <a:pt x="1678" y="3070"/>
                          </a:cubicBezTo>
                          <a:cubicBezTo>
                            <a:pt x="1678" y="3105"/>
                            <a:pt x="1704" y="3123"/>
                            <a:pt x="1731" y="3123"/>
                          </a:cubicBezTo>
                          <a:cubicBezTo>
                            <a:pt x="1767" y="3123"/>
                            <a:pt x="1785" y="3105"/>
                            <a:pt x="1785" y="3070"/>
                          </a:cubicBezTo>
                          <a:cubicBezTo>
                            <a:pt x="1785" y="3043"/>
                            <a:pt x="1767" y="3016"/>
                            <a:pt x="1731" y="3016"/>
                          </a:cubicBezTo>
                          <a:cubicBezTo>
                            <a:pt x="1722" y="3016"/>
                            <a:pt x="1713" y="3025"/>
                            <a:pt x="1704" y="3025"/>
                          </a:cubicBezTo>
                          <a:lnTo>
                            <a:pt x="1383" y="2713"/>
                          </a:lnTo>
                          <a:lnTo>
                            <a:pt x="1125" y="2713"/>
                          </a:lnTo>
                          <a:cubicBezTo>
                            <a:pt x="1169" y="2677"/>
                            <a:pt x="1214" y="2641"/>
                            <a:pt x="1258" y="2615"/>
                          </a:cubicBezTo>
                          <a:lnTo>
                            <a:pt x="1580" y="2615"/>
                          </a:lnTo>
                          <a:lnTo>
                            <a:pt x="1865" y="2891"/>
                          </a:lnTo>
                          <a:cubicBezTo>
                            <a:pt x="1865" y="2900"/>
                            <a:pt x="1856" y="2909"/>
                            <a:pt x="1856" y="2927"/>
                          </a:cubicBezTo>
                          <a:cubicBezTo>
                            <a:pt x="1856" y="2954"/>
                            <a:pt x="1883" y="2980"/>
                            <a:pt x="1910" y="2980"/>
                          </a:cubicBezTo>
                          <a:cubicBezTo>
                            <a:pt x="1945" y="2980"/>
                            <a:pt x="1963" y="2954"/>
                            <a:pt x="1963" y="2927"/>
                          </a:cubicBezTo>
                          <a:cubicBezTo>
                            <a:pt x="1963" y="2891"/>
                            <a:pt x="1945" y="2873"/>
                            <a:pt x="1910" y="2873"/>
                          </a:cubicBezTo>
                          <a:cubicBezTo>
                            <a:pt x="1901" y="2873"/>
                            <a:pt x="1892" y="2873"/>
                            <a:pt x="1883" y="2882"/>
                          </a:cubicBezTo>
                          <a:lnTo>
                            <a:pt x="1588" y="2588"/>
                          </a:lnTo>
                          <a:lnTo>
                            <a:pt x="1285" y="2588"/>
                          </a:lnTo>
                          <a:cubicBezTo>
                            <a:pt x="1356" y="2534"/>
                            <a:pt x="1437" y="2481"/>
                            <a:pt x="1508" y="2427"/>
                          </a:cubicBezTo>
                          <a:lnTo>
                            <a:pt x="2097" y="2427"/>
                          </a:lnTo>
                          <a:lnTo>
                            <a:pt x="2266" y="2311"/>
                          </a:lnTo>
                          <a:lnTo>
                            <a:pt x="2614" y="2311"/>
                          </a:lnTo>
                          <a:cubicBezTo>
                            <a:pt x="2614" y="2338"/>
                            <a:pt x="2632" y="2356"/>
                            <a:pt x="2659" y="2356"/>
                          </a:cubicBezTo>
                          <a:cubicBezTo>
                            <a:pt x="2695" y="2356"/>
                            <a:pt x="2712" y="2329"/>
                            <a:pt x="2712" y="2302"/>
                          </a:cubicBezTo>
                          <a:cubicBezTo>
                            <a:pt x="2712" y="2267"/>
                            <a:pt x="2695" y="2249"/>
                            <a:pt x="2659" y="2249"/>
                          </a:cubicBezTo>
                          <a:cubicBezTo>
                            <a:pt x="2632" y="2249"/>
                            <a:pt x="2614" y="2267"/>
                            <a:pt x="2614" y="2294"/>
                          </a:cubicBezTo>
                          <a:lnTo>
                            <a:pt x="2258" y="2294"/>
                          </a:lnTo>
                          <a:lnTo>
                            <a:pt x="2097" y="2409"/>
                          </a:lnTo>
                          <a:lnTo>
                            <a:pt x="1535" y="2409"/>
                          </a:lnTo>
                          <a:cubicBezTo>
                            <a:pt x="1642" y="2338"/>
                            <a:pt x="1740" y="2267"/>
                            <a:pt x="1811" y="2222"/>
                          </a:cubicBezTo>
                          <a:lnTo>
                            <a:pt x="2757" y="2222"/>
                          </a:lnTo>
                          <a:cubicBezTo>
                            <a:pt x="2766" y="2249"/>
                            <a:pt x="2784" y="2267"/>
                            <a:pt x="2820" y="2267"/>
                          </a:cubicBezTo>
                          <a:cubicBezTo>
                            <a:pt x="2855" y="2267"/>
                            <a:pt x="2882" y="2240"/>
                            <a:pt x="2882" y="2213"/>
                          </a:cubicBezTo>
                          <a:cubicBezTo>
                            <a:pt x="2882" y="2178"/>
                            <a:pt x="2855" y="2151"/>
                            <a:pt x="2820" y="2151"/>
                          </a:cubicBezTo>
                          <a:cubicBezTo>
                            <a:pt x="2784" y="2151"/>
                            <a:pt x="2766" y="2169"/>
                            <a:pt x="2757" y="2204"/>
                          </a:cubicBezTo>
                          <a:lnTo>
                            <a:pt x="1838" y="2204"/>
                          </a:lnTo>
                          <a:cubicBezTo>
                            <a:pt x="1892" y="2160"/>
                            <a:pt x="1927" y="2142"/>
                            <a:pt x="1936" y="2142"/>
                          </a:cubicBezTo>
                          <a:cubicBezTo>
                            <a:pt x="1936" y="2133"/>
                            <a:pt x="1963" y="2115"/>
                            <a:pt x="1990" y="2088"/>
                          </a:cubicBezTo>
                          <a:lnTo>
                            <a:pt x="3078" y="2088"/>
                          </a:lnTo>
                          <a:lnTo>
                            <a:pt x="3248" y="1946"/>
                          </a:lnTo>
                          <a:lnTo>
                            <a:pt x="3506" y="1946"/>
                          </a:lnTo>
                          <a:lnTo>
                            <a:pt x="3506" y="1928"/>
                          </a:lnTo>
                          <a:lnTo>
                            <a:pt x="3239" y="1928"/>
                          </a:lnTo>
                          <a:lnTo>
                            <a:pt x="3069" y="2070"/>
                          </a:lnTo>
                          <a:lnTo>
                            <a:pt x="2017" y="2070"/>
                          </a:lnTo>
                          <a:cubicBezTo>
                            <a:pt x="2061" y="2035"/>
                            <a:pt x="2115" y="1981"/>
                            <a:pt x="2133" y="1955"/>
                          </a:cubicBezTo>
                          <a:cubicBezTo>
                            <a:pt x="2159" y="1910"/>
                            <a:pt x="2186" y="1865"/>
                            <a:pt x="2204" y="1821"/>
                          </a:cubicBezTo>
                          <a:close/>
                          <a:moveTo>
                            <a:pt x="1348" y="8708"/>
                          </a:moveTo>
                          <a:cubicBezTo>
                            <a:pt x="1348" y="8752"/>
                            <a:pt x="1374" y="8788"/>
                            <a:pt x="1401" y="8797"/>
                          </a:cubicBezTo>
                          <a:lnTo>
                            <a:pt x="1392" y="8797"/>
                          </a:lnTo>
                          <a:lnTo>
                            <a:pt x="1392" y="9056"/>
                          </a:lnTo>
                          <a:lnTo>
                            <a:pt x="1178" y="9279"/>
                          </a:lnTo>
                          <a:lnTo>
                            <a:pt x="1178" y="9983"/>
                          </a:lnTo>
                          <a:cubicBezTo>
                            <a:pt x="857" y="9644"/>
                            <a:pt x="607" y="9279"/>
                            <a:pt x="500" y="8993"/>
                          </a:cubicBezTo>
                          <a:cubicBezTo>
                            <a:pt x="482" y="8949"/>
                            <a:pt x="473" y="8895"/>
                            <a:pt x="464" y="8842"/>
                          </a:cubicBezTo>
                          <a:lnTo>
                            <a:pt x="803" y="8842"/>
                          </a:lnTo>
                          <a:lnTo>
                            <a:pt x="955" y="8708"/>
                          </a:lnTo>
                          <a:close/>
                          <a:moveTo>
                            <a:pt x="1490" y="8806"/>
                          </a:moveTo>
                          <a:lnTo>
                            <a:pt x="1490" y="9091"/>
                          </a:lnTo>
                          <a:lnTo>
                            <a:pt x="1267" y="9305"/>
                          </a:lnTo>
                          <a:lnTo>
                            <a:pt x="1267" y="10090"/>
                          </a:lnTo>
                          <a:cubicBezTo>
                            <a:pt x="1241" y="10064"/>
                            <a:pt x="1214" y="10037"/>
                            <a:pt x="1196" y="10010"/>
                          </a:cubicBezTo>
                          <a:lnTo>
                            <a:pt x="1196" y="9279"/>
                          </a:lnTo>
                          <a:lnTo>
                            <a:pt x="1410" y="9056"/>
                          </a:lnTo>
                          <a:lnTo>
                            <a:pt x="1410" y="8806"/>
                          </a:lnTo>
                          <a:close/>
                          <a:moveTo>
                            <a:pt x="1633" y="8806"/>
                          </a:moveTo>
                          <a:lnTo>
                            <a:pt x="1633" y="9073"/>
                          </a:lnTo>
                          <a:lnTo>
                            <a:pt x="1901" y="9350"/>
                          </a:lnTo>
                          <a:lnTo>
                            <a:pt x="1901" y="10670"/>
                          </a:lnTo>
                          <a:cubicBezTo>
                            <a:pt x="1856" y="10635"/>
                            <a:pt x="1811" y="10599"/>
                            <a:pt x="1767" y="10563"/>
                          </a:cubicBezTo>
                          <a:lnTo>
                            <a:pt x="1767" y="9680"/>
                          </a:lnTo>
                          <a:lnTo>
                            <a:pt x="1785" y="9680"/>
                          </a:lnTo>
                          <a:cubicBezTo>
                            <a:pt x="1803" y="9662"/>
                            <a:pt x="1820" y="9636"/>
                            <a:pt x="1803" y="9609"/>
                          </a:cubicBezTo>
                          <a:cubicBezTo>
                            <a:pt x="1796" y="9589"/>
                            <a:pt x="1776" y="9575"/>
                            <a:pt x="1755" y="9575"/>
                          </a:cubicBezTo>
                          <a:cubicBezTo>
                            <a:pt x="1747" y="9575"/>
                            <a:pt x="1739" y="9577"/>
                            <a:pt x="1731" y="9582"/>
                          </a:cubicBezTo>
                          <a:cubicBezTo>
                            <a:pt x="1704" y="9591"/>
                            <a:pt x="1695" y="9627"/>
                            <a:pt x="1704" y="9653"/>
                          </a:cubicBezTo>
                          <a:cubicBezTo>
                            <a:pt x="1713" y="9671"/>
                            <a:pt x="1731" y="9680"/>
                            <a:pt x="1749" y="9680"/>
                          </a:cubicBezTo>
                          <a:lnTo>
                            <a:pt x="1749" y="10545"/>
                          </a:lnTo>
                          <a:cubicBezTo>
                            <a:pt x="1695" y="10501"/>
                            <a:pt x="1642" y="10447"/>
                            <a:pt x="1588" y="10403"/>
                          </a:cubicBezTo>
                          <a:lnTo>
                            <a:pt x="1588" y="9484"/>
                          </a:lnTo>
                          <a:lnTo>
                            <a:pt x="1606" y="9484"/>
                          </a:lnTo>
                          <a:cubicBezTo>
                            <a:pt x="1633" y="9466"/>
                            <a:pt x="1642" y="9439"/>
                            <a:pt x="1624" y="9412"/>
                          </a:cubicBezTo>
                          <a:cubicBezTo>
                            <a:pt x="1617" y="9392"/>
                            <a:pt x="1596" y="9382"/>
                            <a:pt x="1574" y="9382"/>
                          </a:cubicBezTo>
                          <a:cubicBezTo>
                            <a:pt x="1567" y="9382"/>
                            <a:pt x="1559" y="9383"/>
                            <a:pt x="1553" y="9386"/>
                          </a:cubicBezTo>
                          <a:cubicBezTo>
                            <a:pt x="1526" y="9404"/>
                            <a:pt x="1517" y="9430"/>
                            <a:pt x="1526" y="9457"/>
                          </a:cubicBezTo>
                          <a:cubicBezTo>
                            <a:pt x="1535" y="9475"/>
                            <a:pt x="1553" y="9484"/>
                            <a:pt x="1571" y="9484"/>
                          </a:cubicBezTo>
                          <a:lnTo>
                            <a:pt x="1571" y="10385"/>
                          </a:lnTo>
                          <a:cubicBezTo>
                            <a:pt x="1526" y="10349"/>
                            <a:pt x="1481" y="10305"/>
                            <a:pt x="1437" y="10260"/>
                          </a:cubicBezTo>
                          <a:lnTo>
                            <a:pt x="1437" y="9377"/>
                          </a:lnTo>
                          <a:lnTo>
                            <a:pt x="1455" y="9377"/>
                          </a:lnTo>
                          <a:cubicBezTo>
                            <a:pt x="1481" y="9359"/>
                            <a:pt x="1490" y="9332"/>
                            <a:pt x="1472" y="9305"/>
                          </a:cubicBezTo>
                          <a:cubicBezTo>
                            <a:pt x="1466" y="9285"/>
                            <a:pt x="1444" y="9275"/>
                            <a:pt x="1422" y="9275"/>
                          </a:cubicBezTo>
                          <a:cubicBezTo>
                            <a:pt x="1415" y="9275"/>
                            <a:pt x="1408" y="9276"/>
                            <a:pt x="1401" y="9279"/>
                          </a:cubicBezTo>
                          <a:cubicBezTo>
                            <a:pt x="1374" y="9297"/>
                            <a:pt x="1365" y="9323"/>
                            <a:pt x="1383" y="9350"/>
                          </a:cubicBezTo>
                          <a:cubicBezTo>
                            <a:pt x="1392" y="9368"/>
                            <a:pt x="1401" y="9377"/>
                            <a:pt x="1419" y="9377"/>
                          </a:cubicBezTo>
                          <a:lnTo>
                            <a:pt x="1419" y="10242"/>
                          </a:lnTo>
                          <a:cubicBezTo>
                            <a:pt x="1374" y="10198"/>
                            <a:pt x="1330" y="10153"/>
                            <a:pt x="1285" y="10108"/>
                          </a:cubicBezTo>
                          <a:lnTo>
                            <a:pt x="1285" y="9314"/>
                          </a:lnTo>
                          <a:lnTo>
                            <a:pt x="1508" y="9091"/>
                          </a:lnTo>
                          <a:lnTo>
                            <a:pt x="1508" y="8806"/>
                          </a:lnTo>
                          <a:close/>
                          <a:moveTo>
                            <a:pt x="1829" y="8770"/>
                          </a:moveTo>
                          <a:lnTo>
                            <a:pt x="1829" y="8779"/>
                          </a:lnTo>
                          <a:lnTo>
                            <a:pt x="2186" y="8779"/>
                          </a:lnTo>
                          <a:lnTo>
                            <a:pt x="2266" y="8859"/>
                          </a:lnTo>
                          <a:lnTo>
                            <a:pt x="2266" y="10929"/>
                          </a:lnTo>
                          <a:cubicBezTo>
                            <a:pt x="2186" y="10876"/>
                            <a:pt x="2106" y="10822"/>
                            <a:pt x="2026" y="10760"/>
                          </a:cubicBezTo>
                          <a:lnTo>
                            <a:pt x="2026" y="9323"/>
                          </a:lnTo>
                          <a:lnTo>
                            <a:pt x="1767" y="9065"/>
                          </a:lnTo>
                          <a:lnTo>
                            <a:pt x="1767" y="8806"/>
                          </a:lnTo>
                          <a:lnTo>
                            <a:pt x="1749" y="8806"/>
                          </a:lnTo>
                          <a:lnTo>
                            <a:pt x="1749" y="9073"/>
                          </a:lnTo>
                          <a:lnTo>
                            <a:pt x="2008" y="9332"/>
                          </a:lnTo>
                          <a:lnTo>
                            <a:pt x="2008" y="10751"/>
                          </a:lnTo>
                          <a:cubicBezTo>
                            <a:pt x="1972" y="10724"/>
                            <a:pt x="1945" y="10706"/>
                            <a:pt x="1919" y="10679"/>
                          </a:cubicBezTo>
                          <a:lnTo>
                            <a:pt x="1919" y="9341"/>
                          </a:lnTo>
                          <a:lnTo>
                            <a:pt x="1651" y="9065"/>
                          </a:lnTo>
                          <a:lnTo>
                            <a:pt x="1651" y="8806"/>
                          </a:lnTo>
                          <a:lnTo>
                            <a:pt x="1749" y="8806"/>
                          </a:lnTo>
                          <a:cubicBezTo>
                            <a:pt x="1785" y="8806"/>
                            <a:pt x="1811" y="8788"/>
                            <a:pt x="1829" y="8770"/>
                          </a:cubicBezTo>
                          <a:close/>
                          <a:moveTo>
                            <a:pt x="2266" y="8627"/>
                          </a:moveTo>
                          <a:lnTo>
                            <a:pt x="2391" y="8752"/>
                          </a:lnTo>
                          <a:lnTo>
                            <a:pt x="2391" y="10991"/>
                          </a:lnTo>
                          <a:cubicBezTo>
                            <a:pt x="2356" y="10974"/>
                            <a:pt x="2320" y="10956"/>
                            <a:pt x="2284" y="10938"/>
                          </a:cubicBezTo>
                          <a:lnTo>
                            <a:pt x="2284" y="8850"/>
                          </a:lnTo>
                          <a:lnTo>
                            <a:pt x="2195" y="8761"/>
                          </a:lnTo>
                          <a:lnTo>
                            <a:pt x="1829" y="8761"/>
                          </a:lnTo>
                          <a:cubicBezTo>
                            <a:pt x="1838" y="8743"/>
                            <a:pt x="1847" y="8726"/>
                            <a:pt x="1847" y="8708"/>
                          </a:cubicBezTo>
                          <a:lnTo>
                            <a:pt x="1847" y="8627"/>
                          </a:lnTo>
                          <a:close/>
                          <a:moveTo>
                            <a:pt x="4970" y="8547"/>
                          </a:moveTo>
                          <a:lnTo>
                            <a:pt x="4970" y="10492"/>
                          </a:lnTo>
                          <a:cubicBezTo>
                            <a:pt x="4952" y="10572"/>
                            <a:pt x="4880" y="10786"/>
                            <a:pt x="4827" y="10840"/>
                          </a:cubicBezTo>
                          <a:cubicBezTo>
                            <a:pt x="4764" y="10893"/>
                            <a:pt x="4675" y="10947"/>
                            <a:pt x="4568" y="10991"/>
                          </a:cubicBezTo>
                          <a:lnTo>
                            <a:pt x="4568" y="10260"/>
                          </a:lnTo>
                          <a:lnTo>
                            <a:pt x="4399" y="10073"/>
                          </a:lnTo>
                          <a:lnTo>
                            <a:pt x="4399" y="9796"/>
                          </a:lnTo>
                          <a:lnTo>
                            <a:pt x="4381" y="9796"/>
                          </a:lnTo>
                          <a:lnTo>
                            <a:pt x="4381" y="10073"/>
                          </a:lnTo>
                          <a:lnTo>
                            <a:pt x="4550" y="10269"/>
                          </a:lnTo>
                          <a:lnTo>
                            <a:pt x="4550" y="11000"/>
                          </a:lnTo>
                          <a:cubicBezTo>
                            <a:pt x="4461" y="11036"/>
                            <a:pt x="4354" y="11063"/>
                            <a:pt x="4238" y="11099"/>
                          </a:cubicBezTo>
                          <a:lnTo>
                            <a:pt x="4238" y="9796"/>
                          </a:lnTo>
                          <a:lnTo>
                            <a:pt x="4381" y="9796"/>
                          </a:lnTo>
                          <a:cubicBezTo>
                            <a:pt x="4461" y="9796"/>
                            <a:pt x="4532" y="9725"/>
                            <a:pt x="4532" y="9636"/>
                          </a:cubicBezTo>
                          <a:lnTo>
                            <a:pt x="4532" y="9154"/>
                          </a:lnTo>
                          <a:cubicBezTo>
                            <a:pt x="4532" y="9091"/>
                            <a:pt x="4497" y="9029"/>
                            <a:pt x="4434" y="9011"/>
                          </a:cubicBezTo>
                          <a:lnTo>
                            <a:pt x="4443" y="9011"/>
                          </a:lnTo>
                          <a:lnTo>
                            <a:pt x="4443" y="8770"/>
                          </a:lnTo>
                          <a:lnTo>
                            <a:pt x="4693" y="8547"/>
                          </a:lnTo>
                          <a:close/>
                          <a:moveTo>
                            <a:pt x="2481" y="8395"/>
                          </a:moveTo>
                          <a:lnTo>
                            <a:pt x="2712" y="8627"/>
                          </a:lnTo>
                          <a:lnTo>
                            <a:pt x="2712" y="9154"/>
                          </a:lnTo>
                          <a:lnTo>
                            <a:pt x="3087" y="9511"/>
                          </a:lnTo>
                          <a:lnTo>
                            <a:pt x="3738" y="9511"/>
                          </a:lnTo>
                          <a:lnTo>
                            <a:pt x="3738" y="9636"/>
                          </a:lnTo>
                          <a:cubicBezTo>
                            <a:pt x="3738" y="9725"/>
                            <a:pt x="3810" y="9796"/>
                            <a:pt x="3890" y="9796"/>
                          </a:cubicBezTo>
                          <a:lnTo>
                            <a:pt x="3899" y="9796"/>
                          </a:lnTo>
                          <a:lnTo>
                            <a:pt x="3899" y="10090"/>
                          </a:lnTo>
                          <a:lnTo>
                            <a:pt x="3266" y="10733"/>
                          </a:lnTo>
                          <a:lnTo>
                            <a:pt x="3257" y="10733"/>
                          </a:lnTo>
                          <a:lnTo>
                            <a:pt x="3257" y="11197"/>
                          </a:lnTo>
                          <a:cubicBezTo>
                            <a:pt x="3105" y="11197"/>
                            <a:pt x="2962" y="11179"/>
                            <a:pt x="2837" y="11161"/>
                          </a:cubicBezTo>
                          <a:lnTo>
                            <a:pt x="2837" y="10670"/>
                          </a:lnTo>
                          <a:lnTo>
                            <a:pt x="3257" y="10260"/>
                          </a:lnTo>
                          <a:cubicBezTo>
                            <a:pt x="3267" y="10270"/>
                            <a:pt x="3281" y="10275"/>
                            <a:pt x="3294" y="10275"/>
                          </a:cubicBezTo>
                          <a:cubicBezTo>
                            <a:pt x="3303" y="10275"/>
                            <a:pt x="3312" y="10273"/>
                            <a:pt x="3319" y="10269"/>
                          </a:cubicBezTo>
                          <a:cubicBezTo>
                            <a:pt x="3346" y="10251"/>
                            <a:pt x="3355" y="10224"/>
                            <a:pt x="3337" y="10198"/>
                          </a:cubicBezTo>
                          <a:cubicBezTo>
                            <a:pt x="3330" y="10177"/>
                            <a:pt x="3309" y="10167"/>
                            <a:pt x="3287" y="10167"/>
                          </a:cubicBezTo>
                          <a:cubicBezTo>
                            <a:pt x="3280" y="10167"/>
                            <a:pt x="3272" y="10169"/>
                            <a:pt x="3266" y="10171"/>
                          </a:cubicBezTo>
                          <a:cubicBezTo>
                            <a:pt x="3239" y="10189"/>
                            <a:pt x="3230" y="10215"/>
                            <a:pt x="3248" y="10242"/>
                          </a:cubicBezTo>
                          <a:cubicBezTo>
                            <a:pt x="3248" y="10242"/>
                            <a:pt x="3248" y="10251"/>
                            <a:pt x="3248" y="10251"/>
                          </a:cubicBezTo>
                          <a:lnTo>
                            <a:pt x="2820" y="10661"/>
                          </a:lnTo>
                          <a:lnTo>
                            <a:pt x="2820" y="11152"/>
                          </a:lnTo>
                          <a:cubicBezTo>
                            <a:pt x="2802" y="11152"/>
                            <a:pt x="2775" y="11143"/>
                            <a:pt x="2757" y="11143"/>
                          </a:cubicBezTo>
                          <a:cubicBezTo>
                            <a:pt x="2739" y="11134"/>
                            <a:pt x="2712" y="11134"/>
                            <a:pt x="2695" y="11125"/>
                          </a:cubicBezTo>
                          <a:lnTo>
                            <a:pt x="2695" y="10492"/>
                          </a:lnTo>
                          <a:lnTo>
                            <a:pt x="3096" y="10135"/>
                          </a:lnTo>
                          <a:cubicBezTo>
                            <a:pt x="3101" y="10140"/>
                            <a:pt x="3109" y="10142"/>
                            <a:pt x="3120" y="10142"/>
                          </a:cubicBezTo>
                          <a:cubicBezTo>
                            <a:pt x="3130" y="10142"/>
                            <a:pt x="3141" y="10140"/>
                            <a:pt x="3150" y="10135"/>
                          </a:cubicBezTo>
                          <a:cubicBezTo>
                            <a:pt x="3176" y="10126"/>
                            <a:pt x="3185" y="10090"/>
                            <a:pt x="3176" y="10064"/>
                          </a:cubicBezTo>
                          <a:cubicBezTo>
                            <a:pt x="3165" y="10046"/>
                            <a:pt x="3150" y="10037"/>
                            <a:pt x="3133" y="10037"/>
                          </a:cubicBezTo>
                          <a:cubicBezTo>
                            <a:pt x="3124" y="10037"/>
                            <a:pt x="3115" y="10040"/>
                            <a:pt x="3105" y="10046"/>
                          </a:cubicBezTo>
                          <a:cubicBezTo>
                            <a:pt x="3078" y="10055"/>
                            <a:pt x="3069" y="10090"/>
                            <a:pt x="3078" y="10117"/>
                          </a:cubicBezTo>
                          <a:lnTo>
                            <a:pt x="2677" y="10483"/>
                          </a:lnTo>
                          <a:lnTo>
                            <a:pt x="2677" y="11116"/>
                          </a:lnTo>
                          <a:cubicBezTo>
                            <a:pt x="2623" y="11107"/>
                            <a:pt x="2579" y="11090"/>
                            <a:pt x="2534" y="11063"/>
                          </a:cubicBezTo>
                          <a:lnTo>
                            <a:pt x="2534" y="10358"/>
                          </a:lnTo>
                          <a:lnTo>
                            <a:pt x="2953" y="9966"/>
                          </a:lnTo>
                          <a:cubicBezTo>
                            <a:pt x="2964" y="9976"/>
                            <a:pt x="2974" y="9980"/>
                            <a:pt x="2985" y="9980"/>
                          </a:cubicBezTo>
                          <a:cubicBezTo>
                            <a:pt x="2992" y="9980"/>
                            <a:pt x="3000" y="9978"/>
                            <a:pt x="3007" y="9974"/>
                          </a:cubicBezTo>
                          <a:cubicBezTo>
                            <a:pt x="3034" y="9957"/>
                            <a:pt x="3043" y="9930"/>
                            <a:pt x="3034" y="9903"/>
                          </a:cubicBezTo>
                          <a:cubicBezTo>
                            <a:pt x="3020" y="9883"/>
                            <a:pt x="3002" y="9873"/>
                            <a:pt x="2982" y="9873"/>
                          </a:cubicBezTo>
                          <a:cubicBezTo>
                            <a:pt x="2976" y="9873"/>
                            <a:pt x="2969" y="9874"/>
                            <a:pt x="2962" y="9876"/>
                          </a:cubicBezTo>
                          <a:cubicBezTo>
                            <a:pt x="2936" y="9894"/>
                            <a:pt x="2927" y="9921"/>
                            <a:pt x="2936" y="9948"/>
                          </a:cubicBezTo>
                          <a:cubicBezTo>
                            <a:pt x="2936" y="9948"/>
                            <a:pt x="2936" y="9957"/>
                            <a:pt x="2936" y="9957"/>
                          </a:cubicBezTo>
                          <a:lnTo>
                            <a:pt x="2516" y="10349"/>
                          </a:lnTo>
                          <a:lnTo>
                            <a:pt x="2516" y="11054"/>
                          </a:lnTo>
                          <a:cubicBezTo>
                            <a:pt x="2481" y="11036"/>
                            <a:pt x="2445" y="11018"/>
                            <a:pt x="2409" y="11000"/>
                          </a:cubicBezTo>
                          <a:lnTo>
                            <a:pt x="2409" y="8743"/>
                          </a:lnTo>
                          <a:lnTo>
                            <a:pt x="2275" y="8610"/>
                          </a:lnTo>
                          <a:lnTo>
                            <a:pt x="1847" y="8610"/>
                          </a:lnTo>
                          <a:lnTo>
                            <a:pt x="1847" y="8503"/>
                          </a:lnTo>
                          <a:lnTo>
                            <a:pt x="2373" y="8503"/>
                          </a:lnTo>
                          <a:lnTo>
                            <a:pt x="2534" y="8645"/>
                          </a:lnTo>
                          <a:lnTo>
                            <a:pt x="2534" y="9189"/>
                          </a:lnTo>
                          <a:lnTo>
                            <a:pt x="2989" y="9653"/>
                          </a:lnTo>
                          <a:lnTo>
                            <a:pt x="3738" y="9653"/>
                          </a:lnTo>
                          <a:lnTo>
                            <a:pt x="3738" y="9636"/>
                          </a:lnTo>
                          <a:lnTo>
                            <a:pt x="2998" y="9636"/>
                          </a:lnTo>
                          <a:lnTo>
                            <a:pt x="2552" y="9181"/>
                          </a:lnTo>
                          <a:lnTo>
                            <a:pt x="2552" y="8645"/>
                          </a:lnTo>
                          <a:lnTo>
                            <a:pt x="2382" y="8485"/>
                          </a:lnTo>
                          <a:lnTo>
                            <a:pt x="1847" y="8485"/>
                          </a:lnTo>
                          <a:lnTo>
                            <a:pt x="1847" y="8413"/>
                          </a:lnTo>
                          <a:cubicBezTo>
                            <a:pt x="1847" y="8404"/>
                            <a:pt x="1838" y="8404"/>
                            <a:pt x="1838" y="8395"/>
                          </a:cubicBezTo>
                          <a:close/>
                          <a:moveTo>
                            <a:pt x="4051" y="9796"/>
                          </a:moveTo>
                          <a:lnTo>
                            <a:pt x="4051" y="10135"/>
                          </a:lnTo>
                          <a:lnTo>
                            <a:pt x="3417" y="10760"/>
                          </a:lnTo>
                          <a:lnTo>
                            <a:pt x="3417" y="11197"/>
                          </a:lnTo>
                          <a:lnTo>
                            <a:pt x="3283" y="11197"/>
                          </a:lnTo>
                          <a:lnTo>
                            <a:pt x="3283" y="10742"/>
                          </a:lnTo>
                          <a:lnTo>
                            <a:pt x="3917" y="10099"/>
                          </a:lnTo>
                          <a:lnTo>
                            <a:pt x="3917" y="10090"/>
                          </a:lnTo>
                          <a:lnTo>
                            <a:pt x="3917" y="9796"/>
                          </a:lnTo>
                          <a:close/>
                          <a:moveTo>
                            <a:pt x="4220" y="9796"/>
                          </a:moveTo>
                          <a:lnTo>
                            <a:pt x="4220" y="11099"/>
                          </a:lnTo>
                          <a:cubicBezTo>
                            <a:pt x="4104" y="11125"/>
                            <a:pt x="3970" y="11152"/>
                            <a:pt x="3837" y="11161"/>
                          </a:cubicBezTo>
                          <a:cubicBezTo>
                            <a:pt x="3703" y="11179"/>
                            <a:pt x="3569" y="11188"/>
                            <a:pt x="3435" y="11197"/>
                          </a:cubicBezTo>
                          <a:lnTo>
                            <a:pt x="3435" y="10768"/>
                          </a:lnTo>
                          <a:lnTo>
                            <a:pt x="4060" y="10144"/>
                          </a:lnTo>
                          <a:lnTo>
                            <a:pt x="4068" y="10135"/>
                          </a:lnTo>
                          <a:lnTo>
                            <a:pt x="4068" y="9796"/>
                          </a:lnTo>
                          <a:close/>
                          <a:moveTo>
                            <a:pt x="4238" y="0"/>
                          </a:moveTo>
                          <a:cubicBezTo>
                            <a:pt x="4232" y="0"/>
                            <a:pt x="4226" y="0"/>
                            <a:pt x="4220" y="1"/>
                          </a:cubicBezTo>
                          <a:cubicBezTo>
                            <a:pt x="3765" y="54"/>
                            <a:pt x="2855" y="393"/>
                            <a:pt x="2579" y="741"/>
                          </a:cubicBezTo>
                          <a:cubicBezTo>
                            <a:pt x="2463" y="875"/>
                            <a:pt x="2391" y="1125"/>
                            <a:pt x="2320" y="1375"/>
                          </a:cubicBezTo>
                          <a:cubicBezTo>
                            <a:pt x="2258" y="1589"/>
                            <a:pt x="2186" y="1812"/>
                            <a:pt x="2106" y="1928"/>
                          </a:cubicBezTo>
                          <a:cubicBezTo>
                            <a:pt x="2070" y="1981"/>
                            <a:pt x="1910" y="2106"/>
                            <a:pt x="1910" y="2106"/>
                          </a:cubicBezTo>
                          <a:cubicBezTo>
                            <a:pt x="1874" y="2133"/>
                            <a:pt x="1035" y="2677"/>
                            <a:pt x="821" y="2945"/>
                          </a:cubicBezTo>
                          <a:cubicBezTo>
                            <a:pt x="527" y="3328"/>
                            <a:pt x="125" y="4247"/>
                            <a:pt x="45" y="4729"/>
                          </a:cubicBezTo>
                          <a:cubicBezTo>
                            <a:pt x="1" y="5059"/>
                            <a:pt x="1" y="5701"/>
                            <a:pt x="63" y="6005"/>
                          </a:cubicBezTo>
                          <a:cubicBezTo>
                            <a:pt x="99" y="6174"/>
                            <a:pt x="188" y="6406"/>
                            <a:pt x="268" y="6638"/>
                          </a:cubicBezTo>
                          <a:cubicBezTo>
                            <a:pt x="366" y="6879"/>
                            <a:pt x="455" y="7129"/>
                            <a:pt x="491" y="7298"/>
                          </a:cubicBezTo>
                          <a:cubicBezTo>
                            <a:pt x="518" y="7477"/>
                            <a:pt x="491" y="7744"/>
                            <a:pt x="455" y="8030"/>
                          </a:cubicBezTo>
                          <a:cubicBezTo>
                            <a:pt x="420" y="8395"/>
                            <a:pt x="375" y="8779"/>
                            <a:pt x="464" y="9002"/>
                          </a:cubicBezTo>
                          <a:cubicBezTo>
                            <a:pt x="750" y="9743"/>
                            <a:pt x="1981" y="10991"/>
                            <a:pt x="2748" y="11179"/>
                          </a:cubicBezTo>
                          <a:cubicBezTo>
                            <a:pt x="2900" y="11215"/>
                            <a:pt x="3105" y="11232"/>
                            <a:pt x="3328" y="11232"/>
                          </a:cubicBezTo>
                          <a:cubicBezTo>
                            <a:pt x="3881" y="11232"/>
                            <a:pt x="4559" y="11116"/>
                            <a:pt x="4845" y="10867"/>
                          </a:cubicBezTo>
                          <a:cubicBezTo>
                            <a:pt x="4925" y="10795"/>
                            <a:pt x="5005" y="10510"/>
                            <a:pt x="5005" y="10492"/>
                          </a:cubicBezTo>
                          <a:lnTo>
                            <a:pt x="5005" y="599"/>
                          </a:lnTo>
                          <a:lnTo>
                            <a:pt x="5005" y="590"/>
                          </a:lnTo>
                          <a:cubicBezTo>
                            <a:pt x="4996" y="581"/>
                            <a:pt x="4818" y="242"/>
                            <a:pt x="4711" y="161"/>
                          </a:cubicBezTo>
                          <a:cubicBezTo>
                            <a:pt x="4609" y="85"/>
                            <a:pt x="4369" y="0"/>
                            <a:pt x="4238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337" name="Google Shape;337;p25"/>
                  <p:cNvSpPr/>
                  <p:nvPr/>
                </p:nvSpPr>
                <p:spPr>
                  <a:xfrm>
                    <a:off x="2762389" y="2464281"/>
                    <a:ext cx="563973" cy="354886"/>
                  </a:xfrm>
                  <a:custGeom>
                    <a:rect b="b" l="l" r="r" t="t"/>
                    <a:pathLst>
                      <a:path extrusionOk="0" h="4301" w="6835">
                        <a:moveTo>
                          <a:pt x="1" y="1"/>
                        </a:moveTo>
                        <a:lnTo>
                          <a:pt x="2918" y="4301"/>
                        </a:lnTo>
                        <a:lnTo>
                          <a:pt x="4024" y="4301"/>
                        </a:lnTo>
                        <a:lnTo>
                          <a:pt x="6834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>
                          <a:alpha val="50000"/>
                        </a:schemeClr>
                      </a:gs>
                      <a:gs pos="83000">
                        <a:srgbClr val="FFFFFF">
                          <a:alpha val="0"/>
                          <a:alpha val="50000"/>
                        </a:srgbClr>
                      </a:gs>
                      <a:gs pos="100000">
                        <a:srgbClr val="FFFFFF">
                          <a:alpha val="0"/>
                          <a:alpha val="50000"/>
                        </a:srgbClr>
                      </a:gs>
                    </a:gsLst>
                    <a:lin ang="16200038" scaled="0"/>
                  </a:gradFill>
                  <a:ln>
                    <a:noFill/>
                  </a:ln>
                  <a:effectLst>
                    <a:outerShdw blurRad="114300" rotWithShape="0" algn="bl">
                      <a:schemeClr val="dk2">
                        <a:alpha val="50000"/>
                      </a:scheme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8" name="Google Shape;338;p25"/>
                  <p:cNvSpPr/>
                  <p:nvPr/>
                </p:nvSpPr>
                <p:spPr>
                  <a:xfrm>
                    <a:off x="2585157" y="2888934"/>
                    <a:ext cx="76719" cy="21296"/>
                  </a:xfrm>
                  <a:custGeom>
                    <a:rect b="b" l="l" r="r" t="t"/>
                    <a:pathLst>
                      <a:path extrusionOk="0" h="322" w="1160">
                        <a:moveTo>
                          <a:pt x="54" y="107"/>
                        </a:moveTo>
                        <a:cubicBezTo>
                          <a:pt x="36" y="116"/>
                          <a:pt x="27" y="134"/>
                          <a:pt x="18" y="152"/>
                        </a:cubicBezTo>
                        <a:lnTo>
                          <a:pt x="18" y="152"/>
                        </a:lnTo>
                        <a:cubicBezTo>
                          <a:pt x="9" y="161"/>
                          <a:pt x="0" y="188"/>
                          <a:pt x="9" y="197"/>
                        </a:cubicBezTo>
                        <a:lnTo>
                          <a:pt x="9" y="197"/>
                        </a:lnTo>
                        <a:cubicBezTo>
                          <a:pt x="18" y="232"/>
                          <a:pt x="54" y="241"/>
                          <a:pt x="80" y="250"/>
                        </a:cubicBezTo>
                        <a:lnTo>
                          <a:pt x="80" y="250"/>
                        </a:lnTo>
                        <a:cubicBezTo>
                          <a:pt x="303" y="295"/>
                          <a:pt x="526" y="321"/>
                          <a:pt x="758" y="321"/>
                        </a:cubicBezTo>
                        <a:lnTo>
                          <a:pt x="758" y="321"/>
                        </a:lnTo>
                        <a:cubicBezTo>
                          <a:pt x="812" y="321"/>
                          <a:pt x="865" y="321"/>
                          <a:pt x="910" y="321"/>
                        </a:cubicBezTo>
                        <a:lnTo>
                          <a:pt x="910" y="321"/>
                        </a:lnTo>
                        <a:cubicBezTo>
                          <a:pt x="964" y="321"/>
                          <a:pt x="1008" y="313"/>
                          <a:pt x="1062" y="313"/>
                        </a:cubicBezTo>
                        <a:lnTo>
                          <a:pt x="1062" y="313"/>
                        </a:lnTo>
                        <a:cubicBezTo>
                          <a:pt x="1080" y="313"/>
                          <a:pt x="1151" y="313"/>
                          <a:pt x="1151" y="286"/>
                        </a:cubicBezTo>
                        <a:lnTo>
                          <a:pt x="1151" y="286"/>
                        </a:lnTo>
                        <a:cubicBezTo>
                          <a:pt x="1160" y="268"/>
                          <a:pt x="1142" y="259"/>
                          <a:pt x="1133" y="250"/>
                        </a:cubicBezTo>
                        <a:lnTo>
                          <a:pt x="1133" y="250"/>
                        </a:lnTo>
                        <a:cubicBezTo>
                          <a:pt x="1106" y="232"/>
                          <a:pt x="1080" y="214"/>
                          <a:pt x="1053" y="197"/>
                        </a:cubicBezTo>
                        <a:lnTo>
                          <a:pt x="1053" y="197"/>
                        </a:lnTo>
                        <a:cubicBezTo>
                          <a:pt x="919" y="116"/>
                          <a:pt x="785" y="63"/>
                          <a:pt x="633" y="27"/>
                        </a:cubicBezTo>
                        <a:lnTo>
                          <a:pt x="633" y="27"/>
                        </a:lnTo>
                        <a:cubicBezTo>
                          <a:pt x="571" y="9"/>
                          <a:pt x="491" y="0"/>
                          <a:pt x="419" y="0"/>
                        </a:cubicBezTo>
                        <a:lnTo>
                          <a:pt x="419" y="0"/>
                        </a:lnTo>
                        <a:cubicBezTo>
                          <a:pt x="286" y="0"/>
                          <a:pt x="161" y="36"/>
                          <a:pt x="54" y="107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100000">
                        <a:schemeClr val="dk2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9" name="Google Shape;339;p25"/>
                  <p:cNvSpPr/>
                  <p:nvPr/>
                </p:nvSpPr>
                <p:spPr>
                  <a:xfrm>
                    <a:off x="2918497" y="2859436"/>
                    <a:ext cx="452579" cy="159325"/>
                  </a:xfrm>
                  <a:custGeom>
                    <a:rect b="b" l="l" r="r" t="t"/>
                    <a:pathLst>
                      <a:path extrusionOk="0" h="2409" w="6843">
                        <a:moveTo>
                          <a:pt x="36" y="232"/>
                        </a:moveTo>
                        <a:cubicBezTo>
                          <a:pt x="63" y="312"/>
                          <a:pt x="107" y="375"/>
                          <a:pt x="161" y="437"/>
                        </a:cubicBezTo>
                        <a:lnTo>
                          <a:pt x="161" y="437"/>
                        </a:lnTo>
                        <a:cubicBezTo>
                          <a:pt x="259" y="562"/>
                          <a:pt x="411" y="643"/>
                          <a:pt x="562" y="705"/>
                        </a:cubicBezTo>
                        <a:lnTo>
                          <a:pt x="562" y="705"/>
                        </a:lnTo>
                        <a:cubicBezTo>
                          <a:pt x="705" y="759"/>
                          <a:pt x="857" y="803"/>
                          <a:pt x="1009" y="848"/>
                        </a:cubicBezTo>
                        <a:lnTo>
                          <a:pt x="1009" y="848"/>
                        </a:lnTo>
                        <a:cubicBezTo>
                          <a:pt x="1160" y="892"/>
                          <a:pt x="1312" y="937"/>
                          <a:pt x="1463" y="973"/>
                        </a:cubicBezTo>
                        <a:lnTo>
                          <a:pt x="1463" y="973"/>
                        </a:lnTo>
                        <a:cubicBezTo>
                          <a:pt x="1767" y="1062"/>
                          <a:pt x="2070" y="1133"/>
                          <a:pt x="2382" y="1205"/>
                        </a:cubicBezTo>
                        <a:lnTo>
                          <a:pt x="2382" y="1205"/>
                        </a:lnTo>
                        <a:cubicBezTo>
                          <a:pt x="2534" y="1231"/>
                          <a:pt x="2695" y="1258"/>
                          <a:pt x="2837" y="1285"/>
                        </a:cubicBezTo>
                        <a:lnTo>
                          <a:pt x="2837" y="1285"/>
                        </a:lnTo>
                        <a:cubicBezTo>
                          <a:pt x="2998" y="1312"/>
                          <a:pt x="3141" y="1347"/>
                          <a:pt x="3292" y="1383"/>
                        </a:cubicBezTo>
                        <a:lnTo>
                          <a:pt x="3292" y="1383"/>
                        </a:lnTo>
                        <a:cubicBezTo>
                          <a:pt x="3899" y="1526"/>
                          <a:pt x="4470" y="1758"/>
                          <a:pt x="5023" y="2043"/>
                        </a:cubicBezTo>
                        <a:lnTo>
                          <a:pt x="5023" y="2043"/>
                        </a:lnTo>
                        <a:cubicBezTo>
                          <a:pt x="5308" y="2177"/>
                          <a:pt x="5603" y="2311"/>
                          <a:pt x="5915" y="2364"/>
                        </a:cubicBezTo>
                        <a:lnTo>
                          <a:pt x="5915" y="2364"/>
                        </a:lnTo>
                        <a:cubicBezTo>
                          <a:pt x="6076" y="2391"/>
                          <a:pt x="6236" y="2409"/>
                          <a:pt x="6397" y="2382"/>
                        </a:cubicBezTo>
                        <a:lnTo>
                          <a:pt x="6397" y="2382"/>
                        </a:lnTo>
                        <a:cubicBezTo>
                          <a:pt x="6557" y="2373"/>
                          <a:pt x="6709" y="2320"/>
                          <a:pt x="6843" y="2239"/>
                        </a:cubicBezTo>
                        <a:lnTo>
                          <a:pt x="6843" y="2239"/>
                        </a:lnTo>
                        <a:cubicBezTo>
                          <a:pt x="6557" y="2364"/>
                          <a:pt x="6236" y="2355"/>
                          <a:pt x="5942" y="2275"/>
                        </a:cubicBezTo>
                        <a:lnTo>
                          <a:pt x="5942" y="2275"/>
                        </a:lnTo>
                        <a:cubicBezTo>
                          <a:pt x="5639" y="2204"/>
                          <a:pt x="5371" y="2052"/>
                          <a:pt x="5094" y="1909"/>
                        </a:cubicBezTo>
                        <a:lnTo>
                          <a:pt x="5094" y="1909"/>
                        </a:lnTo>
                        <a:cubicBezTo>
                          <a:pt x="4818" y="1758"/>
                          <a:pt x="4541" y="1615"/>
                          <a:pt x="4247" y="1490"/>
                        </a:cubicBezTo>
                        <a:lnTo>
                          <a:pt x="4247" y="1490"/>
                        </a:lnTo>
                        <a:cubicBezTo>
                          <a:pt x="3952" y="1374"/>
                          <a:pt x="3649" y="1276"/>
                          <a:pt x="3337" y="1196"/>
                        </a:cubicBezTo>
                        <a:lnTo>
                          <a:pt x="3337" y="1196"/>
                        </a:lnTo>
                        <a:cubicBezTo>
                          <a:pt x="3185" y="1160"/>
                          <a:pt x="3034" y="1133"/>
                          <a:pt x="2873" y="1106"/>
                        </a:cubicBezTo>
                        <a:lnTo>
                          <a:pt x="2873" y="1106"/>
                        </a:lnTo>
                        <a:cubicBezTo>
                          <a:pt x="2712" y="1080"/>
                          <a:pt x="2570" y="1053"/>
                          <a:pt x="2409" y="1026"/>
                        </a:cubicBezTo>
                        <a:lnTo>
                          <a:pt x="2409" y="1026"/>
                        </a:lnTo>
                        <a:cubicBezTo>
                          <a:pt x="2106" y="973"/>
                          <a:pt x="1802" y="901"/>
                          <a:pt x="1499" y="830"/>
                        </a:cubicBezTo>
                        <a:lnTo>
                          <a:pt x="1499" y="830"/>
                        </a:lnTo>
                        <a:lnTo>
                          <a:pt x="1044" y="732"/>
                        </a:lnTo>
                        <a:cubicBezTo>
                          <a:pt x="893" y="696"/>
                          <a:pt x="732" y="660"/>
                          <a:pt x="589" y="616"/>
                        </a:cubicBezTo>
                        <a:lnTo>
                          <a:pt x="589" y="616"/>
                        </a:lnTo>
                        <a:cubicBezTo>
                          <a:pt x="446" y="571"/>
                          <a:pt x="304" y="509"/>
                          <a:pt x="197" y="402"/>
                        </a:cubicBezTo>
                        <a:lnTo>
                          <a:pt x="197" y="402"/>
                        </a:lnTo>
                        <a:cubicBezTo>
                          <a:pt x="90" y="304"/>
                          <a:pt x="9" y="152"/>
                          <a:pt x="18" y="0"/>
                        </a:cubicBezTo>
                        <a:lnTo>
                          <a:pt x="18" y="0"/>
                        </a:lnTo>
                        <a:cubicBezTo>
                          <a:pt x="0" y="72"/>
                          <a:pt x="9" y="152"/>
                          <a:pt x="36" y="23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dk2"/>
                      </a:gs>
                    </a:gsLst>
                    <a:lin ang="16200038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0" name="Google Shape;340;p25"/>
                  <p:cNvSpPr/>
                  <p:nvPr/>
                </p:nvSpPr>
                <p:spPr>
                  <a:xfrm>
                    <a:off x="2912015" y="2831658"/>
                    <a:ext cx="113360" cy="76786"/>
                  </a:xfrm>
                  <a:custGeom>
                    <a:rect b="b" l="l" r="r" t="t"/>
                    <a:pathLst>
                      <a:path extrusionOk="0" h="1161" w="1714">
                        <a:moveTo>
                          <a:pt x="295" y="313"/>
                        </a:moveTo>
                        <a:cubicBezTo>
                          <a:pt x="143" y="501"/>
                          <a:pt x="0" y="857"/>
                          <a:pt x="250" y="1027"/>
                        </a:cubicBezTo>
                        <a:lnTo>
                          <a:pt x="250" y="1027"/>
                        </a:lnTo>
                        <a:cubicBezTo>
                          <a:pt x="357" y="1089"/>
                          <a:pt x="482" y="1089"/>
                          <a:pt x="607" y="1098"/>
                        </a:cubicBezTo>
                        <a:lnTo>
                          <a:pt x="607" y="1098"/>
                        </a:lnTo>
                        <a:cubicBezTo>
                          <a:pt x="759" y="1116"/>
                          <a:pt x="919" y="1152"/>
                          <a:pt x="1071" y="1152"/>
                        </a:cubicBezTo>
                        <a:lnTo>
                          <a:pt x="1071" y="1152"/>
                        </a:lnTo>
                        <a:cubicBezTo>
                          <a:pt x="1258" y="1161"/>
                          <a:pt x="1472" y="1107"/>
                          <a:pt x="1597" y="947"/>
                        </a:cubicBezTo>
                        <a:lnTo>
                          <a:pt x="1597" y="947"/>
                        </a:lnTo>
                        <a:cubicBezTo>
                          <a:pt x="1660" y="866"/>
                          <a:pt x="1695" y="759"/>
                          <a:pt x="1704" y="652"/>
                        </a:cubicBezTo>
                        <a:lnTo>
                          <a:pt x="1704" y="652"/>
                        </a:lnTo>
                        <a:cubicBezTo>
                          <a:pt x="1713" y="545"/>
                          <a:pt x="1713" y="447"/>
                          <a:pt x="1686" y="358"/>
                        </a:cubicBezTo>
                        <a:lnTo>
                          <a:pt x="1686" y="358"/>
                        </a:lnTo>
                        <a:cubicBezTo>
                          <a:pt x="1669" y="269"/>
                          <a:pt x="1606" y="188"/>
                          <a:pt x="1499" y="126"/>
                        </a:cubicBezTo>
                        <a:lnTo>
                          <a:pt x="1499" y="126"/>
                        </a:lnTo>
                        <a:cubicBezTo>
                          <a:pt x="1356" y="54"/>
                          <a:pt x="1187" y="10"/>
                          <a:pt x="1026" y="1"/>
                        </a:cubicBezTo>
                        <a:lnTo>
                          <a:pt x="1026" y="1"/>
                        </a:lnTo>
                        <a:cubicBezTo>
                          <a:pt x="1008" y="1"/>
                          <a:pt x="999" y="1"/>
                          <a:pt x="982" y="1"/>
                        </a:cubicBezTo>
                        <a:lnTo>
                          <a:pt x="982" y="1"/>
                        </a:lnTo>
                        <a:cubicBezTo>
                          <a:pt x="723" y="1"/>
                          <a:pt x="464" y="117"/>
                          <a:pt x="295" y="313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100000">
                        <a:schemeClr val="dk2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41" name="Google Shape;341;p25"/>
                <p:cNvSpPr/>
                <p:nvPr/>
              </p:nvSpPr>
              <p:spPr>
                <a:xfrm>
                  <a:off x="4814250" y="596848"/>
                  <a:ext cx="716036" cy="716125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" name="Google Shape;342;p25"/>
                <p:cNvSpPr/>
                <p:nvPr/>
              </p:nvSpPr>
              <p:spPr>
                <a:xfrm>
                  <a:off x="7393860" y="3277728"/>
                  <a:ext cx="258568" cy="258598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" name="Google Shape;343;p25"/>
                <p:cNvSpPr/>
                <p:nvPr/>
              </p:nvSpPr>
              <p:spPr>
                <a:xfrm>
                  <a:off x="8035449" y="2585529"/>
                  <a:ext cx="258568" cy="258598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" name="Google Shape;344;p25"/>
                <p:cNvSpPr/>
                <p:nvPr/>
              </p:nvSpPr>
              <p:spPr>
                <a:xfrm>
                  <a:off x="5530281" y="3035708"/>
                  <a:ext cx="258568" cy="258598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" name="Google Shape;345;p25"/>
                <p:cNvSpPr/>
                <p:nvPr/>
              </p:nvSpPr>
              <p:spPr>
                <a:xfrm>
                  <a:off x="7011756" y="584085"/>
                  <a:ext cx="1292563" cy="1292651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" name="Google Shape;346;p25"/>
                <p:cNvSpPr/>
                <p:nvPr/>
              </p:nvSpPr>
              <p:spPr>
                <a:xfrm>
                  <a:off x="8035457" y="1519454"/>
                  <a:ext cx="792788" cy="792844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" name="Google Shape;347;p25"/>
                <p:cNvSpPr/>
                <p:nvPr/>
              </p:nvSpPr>
              <p:spPr>
                <a:xfrm>
                  <a:off x="5021733" y="1950845"/>
                  <a:ext cx="508552" cy="508585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" name="Google Shape;348;p25"/>
                <p:cNvSpPr/>
                <p:nvPr/>
              </p:nvSpPr>
              <p:spPr>
                <a:xfrm>
                  <a:off x="5788842" y="633050"/>
                  <a:ext cx="258568" cy="258598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9" name="Google Shape;349;p25"/>
                <p:cNvSpPr/>
                <p:nvPr/>
              </p:nvSpPr>
              <p:spPr>
                <a:xfrm>
                  <a:off x="6457220" y="182501"/>
                  <a:ext cx="354760" cy="354798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50" name="Google Shape;350;p25"/>
              <p:cNvGrpSpPr/>
              <p:nvPr/>
            </p:nvGrpSpPr>
            <p:grpSpPr>
              <a:xfrm flipH="1" rot="-2979843">
                <a:off x="7139016" y="358"/>
                <a:ext cx="2497851" cy="956975"/>
                <a:chOff x="300338" y="2024677"/>
                <a:chExt cx="2497728" cy="956928"/>
              </a:xfrm>
            </p:grpSpPr>
            <p:sp>
              <p:nvSpPr>
                <p:cNvPr id="351" name="Google Shape;351;p25"/>
                <p:cNvSpPr/>
                <p:nvPr/>
              </p:nvSpPr>
              <p:spPr>
                <a:xfrm>
                  <a:off x="300338" y="2024677"/>
                  <a:ext cx="2497728" cy="956928"/>
                </a:xfrm>
                <a:custGeom>
                  <a:rect b="b" l="l" r="r" t="t"/>
                  <a:pathLst>
                    <a:path extrusionOk="0" h="7308" w="19075">
                      <a:moveTo>
                        <a:pt x="9841" y="1"/>
                      </a:moveTo>
                      <a:cubicBezTo>
                        <a:pt x="9198" y="90"/>
                        <a:pt x="4113" y="2570"/>
                        <a:pt x="4113" y="2570"/>
                      </a:cubicBezTo>
                      <a:lnTo>
                        <a:pt x="4113" y="2570"/>
                      </a:lnTo>
                      <a:cubicBezTo>
                        <a:pt x="2909" y="2971"/>
                        <a:pt x="2775" y="2873"/>
                        <a:pt x="1473" y="3150"/>
                      </a:cubicBezTo>
                      <a:lnTo>
                        <a:pt x="1473" y="3150"/>
                      </a:lnTo>
                      <a:cubicBezTo>
                        <a:pt x="1" y="3471"/>
                        <a:pt x="1901" y="7031"/>
                        <a:pt x="1901" y="7031"/>
                      </a:cubicBezTo>
                      <a:lnTo>
                        <a:pt x="1901" y="7031"/>
                      </a:lnTo>
                      <a:cubicBezTo>
                        <a:pt x="3489" y="6014"/>
                        <a:pt x="4738" y="6317"/>
                        <a:pt x="4738" y="6317"/>
                      </a:cubicBezTo>
                      <a:lnTo>
                        <a:pt x="4738" y="6317"/>
                      </a:lnTo>
                      <a:cubicBezTo>
                        <a:pt x="7503" y="7307"/>
                        <a:pt x="9573" y="6460"/>
                        <a:pt x="9573" y="6460"/>
                      </a:cubicBezTo>
                      <a:lnTo>
                        <a:pt x="9573" y="6460"/>
                      </a:lnTo>
                      <a:cubicBezTo>
                        <a:pt x="9573" y="6460"/>
                        <a:pt x="11268" y="6326"/>
                        <a:pt x="11928" y="6254"/>
                      </a:cubicBezTo>
                      <a:lnTo>
                        <a:pt x="11928" y="6254"/>
                      </a:lnTo>
                      <a:cubicBezTo>
                        <a:pt x="12151" y="6237"/>
                        <a:pt x="12455" y="6263"/>
                        <a:pt x="12811" y="6299"/>
                      </a:cubicBezTo>
                      <a:lnTo>
                        <a:pt x="12811" y="6299"/>
                      </a:lnTo>
                      <a:cubicBezTo>
                        <a:pt x="13498" y="6353"/>
                        <a:pt x="14346" y="6415"/>
                        <a:pt x="15069" y="6085"/>
                      </a:cubicBezTo>
                      <a:lnTo>
                        <a:pt x="15069" y="6085"/>
                      </a:lnTo>
                      <a:cubicBezTo>
                        <a:pt x="15077" y="6076"/>
                        <a:pt x="15077" y="6076"/>
                        <a:pt x="15086" y="6076"/>
                      </a:cubicBezTo>
                      <a:lnTo>
                        <a:pt x="15086" y="6076"/>
                      </a:lnTo>
                      <a:cubicBezTo>
                        <a:pt x="15122" y="6058"/>
                        <a:pt x="15158" y="6040"/>
                        <a:pt x="15184" y="6014"/>
                      </a:cubicBezTo>
                      <a:lnTo>
                        <a:pt x="15184" y="6014"/>
                      </a:lnTo>
                      <a:cubicBezTo>
                        <a:pt x="15577" y="5960"/>
                        <a:pt x="15568" y="5532"/>
                        <a:pt x="15497" y="5291"/>
                      </a:cubicBezTo>
                      <a:lnTo>
                        <a:pt x="15497" y="5291"/>
                      </a:lnTo>
                      <a:cubicBezTo>
                        <a:pt x="15461" y="5166"/>
                        <a:pt x="15283" y="5050"/>
                        <a:pt x="15158" y="4988"/>
                      </a:cubicBezTo>
                      <a:lnTo>
                        <a:pt x="15158" y="4988"/>
                      </a:lnTo>
                      <a:cubicBezTo>
                        <a:pt x="15149" y="4988"/>
                        <a:pt x="15149" y="4988"/>
                        <a:pt x="15149" y="4988"/>
                      </a:cubicBezTo>
                      <a:lnTo>
                        <a:pt x="15149" y="4988"/>
                      </a:lnTo>
                      <a:cubicBezTo>
                        <a:pt x="14783" y="4604"/>
                        <a:pt x="13650" y="4524"/>
                        <a:pt x="13088" y="4506"/>
                      </a:cubicBezTo>
                      <a:lnTo>
                        <a:pt x="13088" y="4506"/>
                      </a:lnTo>
                      <a:cubicBezTo>
                        <a:pt x="12901" y="4506"/>
                        <a:pt x="12776" y="4506"/>
                        <a:pt x="12776" y="4506"/>
                      </a:cubicBezTo>
                      <a:lnTo>
                        <a:pt x="12776" y="4506"/>
                      </a:lnTo>
                      <a:cubicBezTo>
                        <a:pt x="10153" y="4658"/>
                        <a:pt x="10215" y="4417"/>
                        <a:pt x="10215" y="4417"/>
                      </a:cubicBezTo>
                      <a:lnTo>
                        <a:pt x="10215" y="4417"/>
                      </a:lnTo>
                      <a:cubicBezTo>
                        <a:pt x="10421" y="4176"/>
                        <a:pt x="10153" y="3641"/>
                        <a:pt x="10153" y="3641"/>
                      </a:cubicBezTo>
                      <a:lnTo>
                        <a:pt x="10153" y="3641"/>
                      </a:lnTo>
                      <a:cubicBezTo>
                        <a:pt x="10189" y="3623"/>
                        <a:pt x="10251" y="3560"/>
                        <a:pt x="10251" y="3560"/>
                      </a:cubicBezTo>
                      <a:lnTo>
                        <a:pt x="10251" y="3560"/>
                      </a:lnTo>
                      <a:cubicBezTo>
                        <a:pt x="10572" y="3712"/>
                        <a:pt x="10831" y="3596"/>
                        <a:pt x="11001" y="3462"/>
                      </a:cubicBezTo>
                      <a:lnTo>
                        <a:pt x="11001" y="3462"/>
                      </a:lnTo>
                      <a:cubicBezTo>
                        <a:pt x="11152" y="3328"/>
                        <a:pt x="11232" y="3177"/>
                        <a:pt x="11232" y="3177"/>
                      </a:cubicBezTo>
                      <a:lnTo>
                        <a:pt x="11232" y="3177"/>
                      </a:lnTo>
                      <a:cubicBezTo>
                        <a:pt x="11830" y="3284"/>
                        <a:pt x="12580" y="1954"/>
                        <a:pt x="12580" y="1954"/>
                      </a:cubicBezTo>
                      <a:lnTo>
                        <a:pt x="12580" y="1954"/>
                      </a:lnTo>
                      <a:cubicBezTo>
                        <a:pt x="13525" y="2008"/>
                        <a:pt x="14382" y="1491"/>
                        <a:pt x="14382" y="1491"/>
                      </a:cubicBezTo>
                      <a:lnTo>
                        <a:pt x="14382" y="1491"/>
                      </a:lnTo>
                      <a:cubicBezTo>
                        <a:pt x="14542" y="1660"/>
                        <a:pt x="14926" y="1696"/>
                        <a:pt x="15149" y="1687"/>
                      </a:cubicBezTo>
                      <a:lnTo>
                        <a:pt x="15149" y="1687"/>
                      </a:lnTo>
                      <a:cubicBezTo>
                        <a:pt x="15247" y="1696"/>
                        <a:pt x="15318" y="1687"/>
                        <a:pt x="15318" y="1687"/>
                      </a:cubicBezTo>
                      <a:lnTo>
                        <a:pt x="15318" y="1687"/>
                      </a:lnTo>
                      <a:cubicBezTo>
                        <a:pt x="15318" y="1687"/>
                        <a:pt x="17495" y="1901"/>
                        <a:pt x="17968" y="1910"/>
                      </a:cubicBezTo>
                      <a:lnTo>
                        <a:pt x="17968" y="1910"/>
                      </a:lnTo>
                      <a:cubicBezTo>
                        <a:pt x="18780" y="1919"/>
                        <a:pt x="19074" y="1152"/>
                        <a:pt x="19074" y="1152"/>
                      </a:cubicBezTo>
                      <a:lnTo>
                        <a:pt x="19074" y="1152"/>
                      </a:lnTo>
                      <a:lnTo>
                        <a:pt x="17807" y="866"/>
                      </a:lnTo>
                      <a:cubicBezTo>
                        <a:pt x="17807" y="866"/>
                        <a:pt x="15506" y="411"/>
                        <a:pt x="15211" y="331"/>
                      </a:cubicBezTo>
                      <a:lnTo>
                        <a:pt x="15211" y="331"/>
                      </a:lnTo>
                      <a:cubicBezTo>
                        <a:pt x="14926" y="251"/>
                        <a:pt x="14283" y="45"/>
                        <a:pt x="13909" y="126"/>
                      </a:cubicBezTo>
                      <a:lnTo>
                        <a:pt x="13909" y="126"/>
                      </a:lnTo>
                      <a:cubicBezTo>
                        <a:pt x="13543" y="215"/>
                        <a:pt x="11108" y="224"/>
                        <a:pt x="11108" y="224"/>
                      </a:cubicBezTo>
                      <a:lnTo>
                        <a:pt x="11108" y="224"/>
                      </a:lnTo>
                      <a:cubicBezTo>
                        <a:pt x="10483" y="10"/>
                        <a:pt x="9921" y="1"/>
                        <a:pt x="9850" y="1"/>
                      </a:cubicBezTo>
                      <a:lnTo>
                        <a:pt x="9850" y="1"/>
                      </a:lnTo>
                      <a:cubicBezTo>
                        <a:pt x="9841" y="1"/>
                        <a:pt x="9841" y="1"/>
                        <a:pt x="9841" y="1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2" name="Google Shape;352;p25"/>
                <p:cNvSpPr/>
                <p:nvPr/>
              </p:nvSpPr>
              <p:spPr>
                <a:xfrm>
                  <a:off x="1740733" y="2219786"/>
                  <a:ext cx="955618" cy="709185"/>
                </a:xfrm>
                <a:custGeom>
                  <a:rect b="b" l="l" r="r" t="t"/>
                  <a:pathLst>
                    <a:path extrusionOk="0" h="5416" w="7298">
                      <a:moveTo>
                        <a:pt x="1580" y="464"/>
                      </a:moveTo>
                      <a:cubicBezTo>
                        <a:pt x="1580" y="464"/>
                        <a:pt x="830" y="1794"/>
                        <a:pt x="232" y="1687"/>
                      </a:cubicBezTo>
                      <a:lnTo>
                        <a:pt x="232" y="1687"/>
                      </a:lnTo>
                      <a:cubicBezTo>
                        <a:pt x="232" y="1687"/>
                        <a:pt x="152" y="1838"/>
                        <a:pt x="1" y="1972"/>
                      </a:cubicBezTo>
                      <a:lnTo>
                        <a:pt x="1" y="1972"/>
                      </a:lnTo>
                      <a:cubicBezTo>
                        <a:pt x="286" y="2240"/>
                        <a:pt x="1357" y="2374"/>
                        <a:pt x="1357" y="2374"/>
                      </a:cubicBezTo>
                      <a:lnTo>
                        <a:pt x="1357" y="2374"/>
                      </a:lnTo>
                      <a:cubicBezTo>
                        <a:pt x="1410" y="2570"/>
                        <a:pt x="1713" y="2793"/>
                        <a:pt x="2088" y="3016"/>
                      </a:cubicBezTo>
                      <a:lnTo>
                        <a:pt x="2088" y="3016"/>
                      </a:lnTo>
                      <a:cubicBezTo>
                        <a:pt x="2650" y="3034"/>
                        <a:pt x="3783" y="3114"/>
                        <a:pt x="4149" y="3498"/>
                      </a:cubicBezTo>
                      <a:lnTo>
                        <a:pt x="4149" y="3498"/>
                      </a:lnTo>
                      <a:cubicBezTo>
                        <a:pt x="4149" y="3498"/>
                        <a:pt x="4149" y="3498"/>
                        <a:pt x="4158" y="3498"/>
                      </a:cubicBezTo>
                      <a:lnTo>
                        <a:pt x="4158" y="3498"/>
                      </a:lnTo>
                      <a:cubicBezTo>
                        <a:pt x="4283" y="3560"/>
                        <a:pt x="4461" y="3676"/>
                        <a:pt x="4497" y="3801"/>
                      </a:cubicBezTo>
                      <a:lnTo>
                        <a:pt x="4497" y="3801"/>
                      </a:lnTo>
                      <a:cubicBezTo>
                        <a:pt x="4568" y="4042"/>
                        <a:pt x="4577" y="4470"/>
                        <a:pt x="4184" y="4524"/>
                      </a:cubicBezTo>
                      <a:lnTo>
                        <a:pt x="4184" y="4524"/>
                      </a:lnTo>
                      <a:cubicBezTo>
                        <a:pt x="4158" y="4550"/>
                        <a:pt x="4122" y="4568"/>
                        <a:pt x="4086" y="4586"/>
                      </a:cubicBezTo>
                      <a:lnTo>
                        <a:pt x="4086" y="4586"/>
                      </a:lnTo>
                      <a:cubicBezTo>
                        <a:pt x="4077" y="4586"/>
                        <a:pt x="4077" y="4586"/>
                        <a:pt x="4069" y="4595"/>
                      </a:cubicBezTo>
                      <a:lnTo>
                        <a:pt x="4069" y="4595"/>
                      </a:lnTo>
                      <a:cubicBezTo>
                        <a:pt x="4363" y="5059"/>
                        <a:pt x="4693" y="5416"/>
                        <a:pt x="5005" y="5291"/>
                      </a:cubicBezTo>
                      <a:lnTo>
                        <a:pt x="5005" y="5291"/>
                      </a:lnTo>
                      <a:cubicBezTo>
                        <a:pt x="5416" y="5130"/>
                        <a:pt x="5023" y="4336"/>
                        <a:pt x="5023" y="4336"/>
                      </a:cubicBezTo>
                      <a:lnTo>
                        <a:pt x="5023" y="4336"/>
                      </a:lnTo>
                      <a:lnTo>
                        <a:pt x="3837" y="2052"/>
                      </a:lnTo>
                      <a:lnTo>
                        <a:pt x="3221" y="1365"/>
                      </a:lnTo>
                      <a:lnTo>
                        <a:pt x="3346" y="1321"/>
                      </a:lnTo>
                      <a:cubicBezTo>
                        <a:pt x="3480" y="1571"/>
                        <a:pt x="4390" y="2374"/>
                        <a:pt x="4827" y="2588"/>
                      </a:cubicBezTo>
                      <a:lnTo>
                        <a:pt x="4827" y="2588"/>
                      </a:lnTo>
                      <a:cubicBezTo>
                        <a:pt x="5603" y="3462"/>
                        <a:pt x="6317" y="4185"/>
                        <a:pt x="6807" y="4024"/>
                      </a:cubicBezTo>
                      <a:lnTo>
                        <a:pt x="6807" y="4024"/>
                      </a:lnTo>
                      <a:cubicBezTo>
                        <a:pt x="7298" y="3863"/>
                        <a:pt x="6673" y="2953"/>
                        <a:pt x="6673" y="2953"/>
                      </a:cubicBezTo>
                      <a:lnTo>
                        <a:pt x="6673" y="2953"/>
                      </a:lnTo>
                      <a:lnTo>
                        <a:pt x="5665" y="1589"/>
                      </a:lnTo>
                      <a:lnTo>
                        <a:pt x="4149" y="197"/>
                      </a:lnTo>
                      <a:cubicBezTo>
                        <a:pt x="3926" y="206"/>
                        <a:pt x="3542" y="170"/>
                        <a:pt x="3382" y="1"/>
                      </a:cubicBezTo>
                      <a:lnTo>
                        <a:pt x="3382" y="1"/>
                      </a:lnTo>
                      <a:cubicBezTo>
                        <a:pt x="3382" y="1"/>
                        <a:pt x="2525" y="518"/>
                        <a:pt x="1580" y="464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353" name="Google Shape;353;p25"/>
            <p:cNvSpPr/>
            <p:nvPr/>
          </p:nvSpPr>
          <p:spPr>
            <a:xfrm rot="-3033130">
              <a:off x="8204856" y="1418610"/>
              <a:ext cx="240324" cy="162787"/>
            </a:xfrm>
            <a:custGeom>
              <a:rect b="b" l="l" r="r" t="t"/>
              <a:pathLst>
                <a:path extrusionOk="0" h="1161" w="1714">
                  <a:moveTo>
                    <a:pt x="295" y="313"/>
                  </a:moveTo>
                  <a:cubicBezTo>
                    <a:pt x="143" y="501"/>
                    <a:pt x="0" y="857"/>
                    <a:pt x="250" y="1027"/>
                  </a:cubicBezTo>
                  <a:lnTo>
                    <a:pt x="250" y="1027"/>
                  </a:lnTo>
                  <a:cubicBezTo>
                    <a:pt x="357" y="1089"/>
                    <a:pt x="482" y="1089"/>
                    <a:pt x="607" y="1098"/>
                  </a:cubicBezTo>
                  <a:lnTo>
                    <a:pt x="607" y="1098"/>
                  </a:lnTo>
                  <a:cubicBezTo>
                    <a:pt x="759" y="1116"/>
                    <a:pt x="919" y="1152"/>
                    <a:pt x="1071" y="1152"/>
                  </a:cubicBezTo>
                  <a:lnTo>
                    <a:pt x="1071" y="1152"/>
                  </a:lnTo>
                  <a:cubicBezTo>
                    <a:pt x="1258" y="1161"/>
                    <a:pt x="1472" y="1107"/>
                    <a:pt x="1597" y="947"/>
                  </a:cubicBezTo>
                  <a:lnTo>
                    <a:pt x="1597" y="947"/>
                  </a:lnTo>
                  <a:cubicBezTo>
                    <a:pt x="1660" y="866"/>
                    <a:pt x="1695" y="759"/>
                    <a:pt x="1704" y="652"/>
                  </a:cubicBezTo>
                  <a:lnTo>
                    <a:pt x="1704" y="652"/>
                  </a:lnTo>
                  <a:cubicBezTo>
                    <a:pt x="1713" y="545"/>
                    <a:pt x="1713" y="447"/>
                    <a:pt x="1686" y="358"/>
                  </a:cubicBezTo>
                  <a:lnTo>
                    <a:pt x="1686" y="358"/>
                  </a:lnTo>
                  <a:cubicBezTo>
                    <a:pt x="1669" y="269"/>
                    <a:pt x="1606" y="188"/>
                    <a:pt x="1499" y="126"/>
                  </a:cubicBezTo>
                  <a:lnTo>
                    <a:pt x="1499" y="126"/>
                  </a:lnTo>
                  <a:cubicBezTo>
                    <a:pt x="1356" y="54"/>
                    <a:pt x="1187" y="10"/>
                    <a:pt x="1026" y="1"/>
                  </a:cubicBezTo>
                  <a:lnTo>
                    <a:pt x="1026" y="1"/>
                  </a:lnTo>
                  <a:cubicBezTo>
                    <a:pt x="1008" y="1"/>
                    <a:pt x="999" y="1"/>
                    <a:pt x="982" y="1"/>
                  </a:cubicBezTo>
                  <a:lnTo>
                    <a:pt x="982" y="1"/>
                  </a:lnTo>
                  <a:cubicBezTo>
                    <a:pt x="723" y="1"/>
                    <a:pt x="464" y="117"/>
                    <a:pt x="295" y="313"/>
                  </a:cubicBezTo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5"/>
            <p:cNvSpPr/>
            <p:nvPr/>
          </p:nvSpPr>
          <p:spPr>
            <a:xfrm flipH="1" rot="7930158">
              <a:off x="7532339" y="1461822"/>
              <a:ext cx="162646" cy="45148"/>
            </a:xfrm>
            <a:custGeom>
              <a:rect b="b" l="l" r="r" t="t"/>
              <a:pathLst>
                <a:path extrusionOk="0" h="322" w="1160">
                  <a:moveTo>
                    <a:pt x="54" y="107"/>
                  </a:moveTo>
                  <a:cubicBezTo>
                    <a:pt x="36" y="116"/>
                    <a:pt x="27" y="134"/>
                    <a:pt x="18" y="152"/>
                  </a:cubicBezTo>
                  <a:lnTo>
                    <a:pt x="18" y="152"/>
                  </a:lnTo>
                  <a:cubicBezTo>
                    <a:pt x="9" y="161"/>
                    <a:pt x="0" y="188"/>
                    <a:pt x="9" y="197"/>
                  </a:cubicBezTo>
                  <a:lnTo>
                    <a:pt x="9" y="197"/>
                  </a:lnTo>
                  <a:cubicBezTo>
                    <a:pt x="18" y="232"/>
                    <a:pt x="54" y="241"/>
                    <a:pt x="80" y="250"/>
                  </a:cubicBezTo>
                  <a:lnTo>
                    <a:pt x="80" y="250"/>
                  </a:lnTo>
                  <a:cubicBezTo>
                    <a:pt x="303" y="295"/>
                    <a:pt x="526" y="321"/>
                    <a:pt x="758" y="321"/>
                  </a:cubicBezTo>
                  <a:lnTo>
                    <a:pt x="758" y="321"/>
                  </a:lnTo>
                  <a:cubicBezTo>
                    <a:pt x="812" y="321"/>
                    <a:pt x="865" y="321"/>
                    <a:pt x="910" y="321"/>
                  </a:cubicBezTo>
                  <a:lnTo>
                    <a:pt x="910" y="321"/>
                  </a:lnTo>
                  <a:cubicBezTo>
                    <a:pt x="964" y="321"/>
                    <a:pt x="1008" y="313"/>
                    <a:pt x="1062" y="313"/>
                  </a:cubicBezTo>
                  <a:lnTo>
                    <a:pt x="1062" y="313"/>
                  </a:lnTo>
                  <a:cubicBezTo>
                    <a:pt x="1080" y="313"/>
                    <a:pt x="1151" y="313"/>
                    <a:pt x="1151" y="286"/>
                  </a:cubicBezTo>
                  <a:lnTo>
                    <a:pt x="1151" y="286"/>
                  </a:lnTo>
                  <a:cubicBezTo>
                    <a:pt x="1160" y="268"/>
                    <a:pt x="1142" y="259"/>
                    <a:pt x="1133" y="250"/>
                  </a:cubicBezTo>
                  <a:lnTo>
                    <a:pt x="1133" y="250"/>
                  </a:lnTo>
                  <a:cubicBezTo>
                    <a:pt x="1106" y="232"/>
                    <a:pt x="1080" y="214"/>
                    <a:pt x="1053" y="197"/>
                  </a:cubicBezTo>
                  <a:lnTo>
                    <a:pt x="1053" y="197"/>
                  </a:lnTo>
                  <a:cubicBezTo>
                    <a:pt x="919" y="116"/>
                    <a:pt x="785" y="63"/>
                    <a:pt x="633" y="27"/>
                  </a:cubicBezTo>
                  <a:lnTo>
                    <a:pt x="633" y="27"/>
                  </a:lnTo>
                  <a:cubicBezTo>
                    <a:pt x="571" y="9"/>
                    <a:pt x="491" y="0"/>
                    <a:pt x="419" y="0"/>
                  </a:cubicBezTo>
                  <a:lnTo>
                    <a:pt x="419" y="0"/>
                  </a:lnTo>
                  <a:cubicBezTo>
                    <a:pt x="286" y="0"/>
                    <a:pt x="161" y="36"/>
                    <a:pt x="54" y="107"/>
                  </a:cubicBezTo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5" name="Google Shape;355;p25"/>
          <p:cNvSpPr txBox="1"/>
          <p:nvPr>
            <p:ph type="ctrTitle"/>
          </p:nvPr>
        </p:nvSpPr>
        <p:spPr>
          <a:xfrm>
            <a:off x="310200" y="1487275"/>
            <a:ext cx="5816400" cy="19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Xpress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News chatbot</a:t>
            </a:r>
            <a:endParaRPr/>
          </a:p>
        </p:txBody>
      </p:sp>
      <p:sp>
        <p:nvSpPr>
          <p:cNvPr id="356" name="Google Shape;356;p25"/>
          <p:cNvSpPr txBox="1"/>
          <p:nvPr>
            <p:ph idx="1" type="subTitle"/>
          </p:nvPr>
        </p:nvSpPr>
        <p:spPr>
          <a:xfrm>
            <a:off x="563425" y="3884550"/>
            <a:ext cx="1823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Présenté par: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Meriam Sikini</a:t>
            </a:r>
            <a:endParaRPr/>
          </a:p>
        </p:txBody>
      </p:sp>
      <p:sp>
        <p:nvSpPr>
          <p:cNvPr id="357" name="Google Shape;357;p25"/>
          <p:cNvSpPr txBox="1"/>
          <p:nvPr>
            <p:ph idx="1" type="subTitle"/>
          </p:nvPr>
        </p:nvSpPr>
        <p:spPr>
          <a:xfrm>
            <a:off x="3715250" y="3884550"/>
            <a:ext cx="1823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Encadrant: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Bahae Eddine Halim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6"/>
          <p:cNvSpPr txBox="1"/>
          <p:nvPr>
            <p:ph idx="2" type="subTitle"/>
          </p:nvPr>
        </p:nvSpPr>
        <p:spPr>
          <a:xfrm>
            <a:off x="1434550" y="1812875"/>
            <a:ext cx="6708300" cy="13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Depuis les récents événements mondiaux, de plus en plus de jeunes cherchent à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suivre l’actualité en temps réel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Mais le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manque de temps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(travail, études, vie quotidienne) rend difficile le suivi régulier des news.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latin typeface="Arial"/>
                <a:ea typeface="Arial"/>
                <a:cs typeface="Arial"/>
                <a:sym typeface="Arial"/>
              </a:rPr>
              <a:t> Naviguer entre plusieurs sources prend du temps et demande de la concentration.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6"/>
          <p:cNvSpPr txBox="1"/>
          <p:nvPr>
            <p:ph idx="3" type="subTitle"/>
          </p:nvPr>
        </p:nvSpPr>
        <p:spPr>
          <a:xfrm>
            <a:off x="3219625" y="841100"/>
            <a:ext cx="54159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Context</a:t>
            </a:r>
            <a:r>
              <a:rPr lang="en" sz="2600"/>
              <a:t> &amp; </a:t>
            </a:r>
            <a:r>
              <a:rPr lang="en" sz="2600"/>
              <a:t>Problématique</a:t>
            </a:r>
            <a:endParaRPr sz="2600"/>
          </a:p>
        </p:txBody>
      </p:sp>
      <p:sp>
        <p:nvSpPr>
          <p:cNvPr id="364" name="Google Shape;364;p26"/>
          <p:cNvSpPr/>
          <p:nvPr/>
        </p:nvSpPr>
        <p:spPr>
          <a:xfrm>
            <a:off x="2174720" y="481115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5" name="Google Shape;365;p26"/>
          <p:cNvGrpSpPr/>
          <p:nvPr/>
        </p:nvGrpSpPr>
        <p:grpSpPr>
          <a:xfrm>
            <a:off x="2484224" y="759855"/>
            <a:ext cx="425921" cy="487457"/>
            <a:chOff x="1146624" y="1548605"/>
            <a:chExt cx="425921" cy="487457"/>
          </a:xfrm>
        </p:grpSpPr>
        <p:sp>
          <p:nvSpPr>
            <p:cNvPr id="366" name="Google Shape;366;p26"/>
            <p:cNvSpPr/>
            <p:nvPr/>
          </p:nvSpPr>
          <p:spPr>
            <a:xfrm>
              <a:off x="1262043" y="1663175"/>
              <a:ext cx="142999" cy="143003"/>
            </a:xfrm>
            <a:custGeom>
              <a:rect b="b" l="l" r="r" t="t"/>
              <a:pathLst>
                <a:path extrusionOk="0" h="1348" w="1348">
                  <a:moveTo>
                    <a:pt x="669" y="268"/>
                  </a:moveTo>
                  <a:cubicBezTo>
                    <a:pt x="892" y="268"/>
                    <a:pt x="1071" y="446"/>
                    <a:pt x="1071" y="669"/>
                  </a:cubicBezTo>
                  <a:cubicBezTo>
                    <a:pt x="1071" y="892"/>
                    <a:pt x="892" y="1071"/>
                    <a:pt x="669" y="1071"/>
                  </a:cubicBezTo>
                  <a:cubicBezTo>
                    <a:pt x="446" y="1071"/>
                    <a:pt x="268" y="892"/>
                    <a:pt x="268" y="669"/>
                  </a:cubicBezTo>
                  <a:cubicBezTo>
                    <a:pt x="268" y="446"/>
                    <a:pt x="446" y="268"/>
                    <a:pt x="669" y="268"/>
                  </a:cubicBezTo>
                  <a:close/>
                  <a:moveTo>
                    <a:pt x="669" y="1347"/>
                  </a:moveTo>
                  <a:cubicBezTo>
                    <a:pt x="1044" y="1347"/>
                    <a:pt x="1347" y="1044"/>
                    <a:pt x="1347" y="669"/>
                  </a:cubicBezTo>
                  <a:cubicBezTo>
                    <a:pt x="1347" y="295"/>
                    <a:pt x="1044" y="0"/>
                    <a:pt x="669" y="0"/>
                  </a:cubicBezTo>
                  <a:cubicBezTo>
                    <a:pt x="295" y="0"/>
                    <a:pt x="0" y="295"/>
                    <a:pt x="0" y="669"/>
                  </a:cubicBezTo>
                  <a:cubicBezTo>
                    <a:pt x="0" y="1044"/>
                    <a:pt x="295" y="1347"/>
                    <a:pt x="669" y="13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6"/>
            <p:cNvSpPr/>
            <p:nvPr/>
          </p:nvSpPr>
          <p:spPr>
            <a:xfrm>
              <a:off x="1318798" y="1719929"/>
              <a:ext cx="28536" cy="28537"/>
            </a:xfrm>
            <a:custGeom>
              <a:rect b="b" l="l" r="r" t="t"/>
              <a:pathLst>
                <a:path extrusionOk="0" h="269" w="269">
                  <a:moveTo>
                    <a:pt x="134" y="0"/>
                  </a:moveTo>
                  <a:cubicBezTo>
                    <a:pt x="206" y="0"/>
                    <a:pt x="268" y="63"/>
                    <a:pt x="268" y="134"/>
                  </a:cubicBezTo>
                  <a:cubicBezTo>
                    <a:pt x="268" y="206"/>
                    <a:pt x="206" y="268"/>
                    <a:pt x="134" y="268"/>
                  </a:cubicBezTo>
                  <a:cubicBezTo>
                    <a:pt x="63" y="268"/>
                    <a:pt x="1" y="206"/>
                    <a:pt x="1" y="134"/>
                  </a:cubicBezTo>
                  <a:cubicBezTo>
                    <a:pt x="1" y="63"/>
                    <a:pt x="63" y="0"/>
                    <a:pt x="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6"/>
            <p:cNvSpPr/>
            <p:nvPr/>
          </p:nvSpPr>
          <p:spPr>
            <a:xfrm>
              <a:off x="1147473" y="1748359"/>
              <a:ext cx="425073" cy="287703"/>
            </a:xfrm>
            <a:custGeom>
              <a:rect b="b" l="l" r="r" t="t"/>
              <a:pathLst>
                <a:path extrusionOk="0" h="2712" w="4007">
                  <a:moveTo>
                    <a:pt x="3560" y="0"/>
                  </a:moveTo>
                  <a:lnTo>
                    <a:pt x="2686" y="0"/>
                  </a:lnTo>
                  <a:cubicBezTo>
                    <a:pt x="2615" y="455"/>
                    <a:pt x="2222" y="812"/>
                    <a:pt x="1749" y="812"/>
                  </a:cubicBezTo>
                  <a:cubicBezTo>
                    <a:pt x="1277" y="812"/>
                    <a:pt x="884" y="455"/>
                    <a:pt x="813" y="0"/>
                  </a:cubicBezTo>
                  <a:lnTo>
                    <a:pt x="1" y="0"/>
                  </a:lnTo>
                  <a:cubicBezTo>
                    <a:pt x="28" y="428"/>
                    <a:pt x="224" y="839"/>
                    <a:pt x="536" y="1133"/>
                  </a:cubicBezTo>
                  <a:lnTo>
                    <a:pt x="536" y="2712"/>
                  </a:lnTo>
                  <a:lnTo>
                    <a:pt x="2695" y="2712"/>
                  </a:lnTo>
                  <a:lnTo>
                    <a:pt x="2695" y="1900"/>
                  </a:lnTo>
                  <a:lnTo>
                    <a:pt x="3507" y="1900"/>
                  </a:lnTo>
                  <a:lnTo>
                    <a:pt x="3507" y="1240"/>
                  </a:lnTo>
                  <a:lnTo>
                    <a:pt x="4006" y="124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1146624" y="1548605"/>
              <a:ext cx="172278" cy="171433"/>
            </a:xfrm>
            <a:custGeom>
              <a:rect b="b" l="l" r="r" t="t"/>
              <a:pathLst>
                <a:path extrusionOk="0" h="1616" w="1624">
                  <a:moveTo>
                    <a:pt x="821" y="1615"/>
                  </a:moveTo>
                  <a:cubicBezTo>
                    <a:pt x="883" y="1205"/>
                    <a:pt x="1204" y="875"/>
                    <a:pt x="1624" y="821"/>
                  </a:cubicBezTo>
                  <a:lnTo>
                    <a:pt x="1624" y="1"/>
                  </a:lnTo>
                  <a:cubicBezTo>
                    <a:pt x="758" y="63"/>
                    <a:pt x="71" y="759"/>
                    <a:pt x="0" y="16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1347228" y="1548605"/>
              <a:ext cx="171323" cy="171433"/>
            </a:xfrm>
            <a:custGeom>
              <a:rect b="b" l="l" r="r" t="t"/>
              <a:pathLst>
                <a:path extrusionOk="0" h="1616" w="1615">
                  <a:moveTo>
                    <a:pt x="0" y="821"/>
                  </a:moveTo>
                  <a:cubicBezTo>
                    <a:pt x="411" y="875"/>
                    <a:pt x="741" y="1205"/>
                    <a:pt x="794" y="1615"/>
                  </a:cubicBezTo>
                  <a:lnTo>
                    <a:pt x="1615" y="1615"/>
                  </a:lnTo>
                  <a:cubicBezTo>
                    <a:pt x="1544" y="759"/>
                    <a:pt x="857" y="6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7"/>
          <p:cNvSpPr txBox="1"/>
          <p:nvPr>
            <p:ph idx="1" type="subTitle"/>
          </p:nvPr>
        </p:nvSpPr>
        <p:spPr>
          <a:xfrm>
            <a:off x="2026447" y="1704150"/>
            <a:ext cx="5206500" cy="13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Un moyen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rapide, intelligent et fiable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pour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comprendre les actualités importantes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sans passer des heures à lire afin de 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rester informé efficacement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, avec des réponses claires, pertinentes et instantanées.</a:t>
            </a:r>
            <a:endParaRPr sz="1400"/>
          </a:p>
        </p:txBody>
      </p:sp>
      <p:sp>
        <p:nvSpPr>
          <p:cNvPr id="376" name="Google Shape;376;p27"/>
          <p:cNvSpPr txBox="1"/>
          <p:nvPr>
            <p:ph idx="4" type="subTitle"/>
          </p:nvPr>
        </p:nvSpPr>
        <p:spPr>
          <a:xfrm>
            <a:off x="3274011" y="891700"/>
            <a:ext cx="30984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Mon </a:t>
            </a:r>
            <a:r>
              <a:rPr lang="en" sz="2600"/>
              <a:t>idée</a:t>
            </a:r>
            <a:endParaRPr sz="2600"/>
          </a:p>
        </p:txBody>
      </p:sp>
      <p:grpSp>
        <p:nvGrpSpPr>
          <p:cNvPr id="377" name="Google Shape;377;p27"/>
          <p:cNvGrpSpPr/>
          <p:nvPr/>
        </p:nvGrpSpPr>
        <p:grpSpPr>
          <a:xfrm>
            <a:off x="2484208" y="760747"/>
            <a:ext cx="425921" cy="485657"/>
            <a:chOff x="1861096" y="1549559"/>
            <a:chExt cx="425921" cy="485657"/>
          </a:xfrm>
        </p:grpSpPr>
        <p:sp>
          <p:nvSpPr>
            <p:cNvPr id="378" name="Google Shape;378;p27"/>
            <p:cNvSpPr/>
            <p:nvPr/>
          </p:nvSpPr>
          <p:spPr>
            <a:xfrm>
              <a:off x="1947235" y="1633789"/>
              <a:ext cx="198799" cy="86247"/>
            </a:xfrm>
            <a:custGeom>
              <a:rect b="b" l="l" r="r" t="t"/>
              <a:pathLst>
                <a:path extrusionOk="0" h="813" w="1874">
                  <a:moveTo>
                    <a:pt x="937" y="1"/>
                  </a:moveTo>
                  <a:cubicBezTo>
                    <a:pt x="464" y="1"/>
                    <a:pt x="72" y="357"/>
                    <a:pt x="0" y="812"/>
                  </a:cubicBezTo>
                  <a:lnTo>
                    <a:pt x="1874" y="812"/>
                  </a:lnTo>
                  <a:cubicBezTo>
                    <a:pt x="1811" y="357"/>
                    <a:pt x="1419" y="1"/>
                    <a:pt x="9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7"/>
            <p:cNvSpPr/>
            <p:nvPr/>
          </p:nvSpPr>
          <p:spPr>
            <a:xfrm>
              <a:off x="1861096" y="1549559"/>
              <a:ext cx="425921" cy="485657"/>
            </a:xfrm>
            <a:custGeom>
              <a:rect b="b" l="l" r="r" t="t"/>
              <a:pathLst>
                <a:path extrusionOk="0" h="4578" w="4015">
                  <a:moveTo>
                    <a:pt x="3506" y="1722"/>
                  </a:moveTo>
                  <a:cubicBezTo>
                    <a:pt x="3497" y="768"/>
                    <a:pt x="2712" y="1"/>
                    <a:pt x="1749" y="1"/>
                  </a:cubicBezTo>
                  <a:cubicBezTo>
                    <a:pt x="785" y="1"/>
                    <a:pt x="0" y="786"/>
                    <a:pt x="0" y="1749"/>
                  </a:cubicBezTo>
                  <a:cubicBezTo>
                    <a:pt x="0" y="2222"/>
                    <a:pt x="197" y="2677"/>
                    <a:pt x="536" y="3007"/>
                  </a:cubicBezTo>
                  <a:lnTo>
                    <a:pt x="536" y="4577"/>
                  </a:lnTo>
                  <a:lnTo>
                    <a:pt x="1615" y="4577"/>
                  </a:lnTo>
                  <a:lnTo>
                    <a:pt x="1615" y="1865"/>
                  </a:lnTo>
                  <a:lnTo>
                    <a:pt x="536" y="1865"/>
                  </a:lnTo>
                  <a:lnTo>
                    <a:pt x="536" y="1749"/>
                  </a:lnTo>
                  <a:cubicBezTo>
                    <a:pt x="536" y="1089"/>
                    <a:pt x="1062" y="536"/>
                    <a:pt x="1722" y="518"/>
                  </a:cubicBezTo>
                  <a:cubicBezTo>
                    <a:pt x="2409" y="500"/>
                    <a:pt x="2971" y="1053"/>
                    <a:pt x="2971" y="1731"/>
                  </a:cubicBezTo>
                  <a:lnTo>
                    <a:pt x="2971" y="1874"/>
                  </a:lnTo>
                  <a:lnTo>
                    <a:pt x="1883" y="1874"/>
                  </a:lnTo>
                  <a:lnTo>
                    <a:pt x="1883" y="4577"/>
                  </a:lnTo>
                  <a:lnTo>
                    <a:pt x="2695" y="4577"/>
                  </a:lnTo>
                  <a:lnTo>
                    <a:pt x="2695" y="3765"/>
                  </a:lnTo>
                  <a:lnTo>
                    <a:pt x="3506" y="3765"/>
                  </a:lnTo>
                  <a:lnTo>
                    <a:pt x="3506" y="3114"/>
                  </a:lnTo>
                  <a:lnTo>
                    <a:pt x="4015" y="311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0" name="Google Shape;380;p27"/>
          <p:cNvSpPr/>
          <p:nvPr/>
        </p:nvSpPr>
        <p:spPr>
          <a:xfrm>
            <a:off x="2174720" y="481115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"/>
          <p:cNvSpPr txBox="1"/>
          <p:nvPr>
            <p:ph type="title"/>
          </p:nvPr>
        </p:nvSpPr>
        <p:spPr>
          <a:xfrm>
            <a:off x="713100" y="1244700"/>
            <a:ext cx="5135400" cy="60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C’est </a:t>
            </a:r>
            <a:r>
              <a:rPr lang="en"/>
              <a:t>quoi</a:t>
            </a:r>
            <a:r>
              <a:rPr lang="en"/>
              <a:t> Xpress ?_</a:t>
            </a:r>
            <a:endParaRPr/>
          </a:p>
        </p:txBody>
      </p:sp>
      <p:sp>
        <p:nvSpPr>
          <p:cNvPr id="386" name="Google Shape;386;p28"/>
          <p:cNvSpPr txBox="1"/>
          <p:nvPr>
            <p:ph idx="1" type="body"/>
          </p:nvPr>
        </p:nvSpPr>
        <p:spPr>
          <a:xfrm>
            <a:off x="713100" y="1952725"/>
            <a:ext cx="5675700" cy="20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un chatbot d’actualités basé sur l’intelligence artificielle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Xpress analyse automatiquement les nouvelles collectées, les encode sous forme vectorielle, et utilise un modèle de langage (Gemini 1.5 Flash) pour générer une réponse concise et fluide à chaque question posée.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En d’autres termes, Xpress agit comme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votre assistant personnel d’actualités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capable de comprendre vos questions et d’expliquer les faits essentiels en quelques secondes.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7" name="Google Shape;387;p28"/>
          <p:cNvGrpSpPr/>
          <p:nvPr/>
        </p:nvGrpSpPr>
        <p:grpSpPr>
          <a:xfrm>
            <a:off x="5710513" y="569504"/>
            <a:ext cx="3877481" cy="4090276"/>
            <a:chOff x="5710513" y="569504"/>
            <a:chExt cx="3877481" cy="4090276"/>
          </a:xfrm>
        </p:grpSpPr>
        <p:sp>
          <p:nvSpPr>
            <p:cNvPr id="388" name="Google Shape;388;p28"/>
            <p:cNvSpPr/>
            <p:nvPr/>
          </p:nvSpPr>
          <p:spPr>
            <a:xfrm rot="2062716">
              <a:off x="7347458" y="1325451"/>
              <a:ext cx="1985541" cy="1517391"/>
            </a:xfrm>
            <a:custGeom>
              <a:rect b="b" l="l" r="r" t="t"/>
              <a:pathLst>
                <a:path extrusionOk="0" h="13704" w="17932">
                  <a:moveTo>
                    <a:pt x="14568" y="536"/>
                  </a:moveTo>
                  <a:cubicBezTo>
                    <a:pt x="14568" y="536"/>
                    <a:pt x="13302" y="759"/>
                    <a:pt x="12204" y="1687"/>
                  </a:cubicBezTo>
                  <a:lnTo>
                    <a:pt x="12204" y="1687"/>
                  </a:lnTo>
                  <a:cubicBezTo>
                    <a:pt x="12204" y="1687"/>
                    <a:pt x="6272" y="4399"/>
                    <a:pt x="5683" y="4470"/>
                  </a:cubicBezTo>
                  <a:lnTo>
                    <a:pt x="5683" y="4470"/>
                  </a:lnTo>
                  <a:cubicBezTo>
                    <a:pt x="5683" y="4470"/>
                    <a:pt x="4684" y="4684"/>
                    <a:pt x="4282" y="5532"/>
                  </a:cubicBezTo>
                  <a:lnTo>
                    <a:pt x="4282" y="5532"/>
                  </a:lnTo>
                  <a:lnTo>
                    <a:pt x="1936" y="8395"/>
                  </a:lnTo>
                  <a:cubicBezTo>
                    <a:pt x="1936" y="8395"/>
                    <a:pt x="1115" y="10465"/>
                    <a:pt x="848" y="10715"/>
                  </a:cubicBezTo>
                  <a:lnTo>
                    <a:pt x="848" y="10715"/>
                  </a:lnTo>
                  <a:lnTo>
                    <a:pt x="0" y="12749"/>
                  </a:lnTo>
                  <a:cubicBezTo>
                    <a:pt x="0" y="12749"/>
                    <a:pt x="393" y="13703"/>
                    <a:pt x="1490" y="12401"/>
                  </a:cubicBezTo>
                  <a:lnTo>
                    <a:pt x="1490" y="12401"/>
                  </a:lnTo>
                  <a:cubicBezTo>
                    <a:pt x="1490" y="12401"/>
                    <a:pt x="2025" y="11776"/>
                    <a:pt x="2097" y="11321"/>
                  </a:cubicBezTo>
                  <a:lnTo>
                    <a:pt x="2097" y="11321"/>
                  </a:lnTo>
                  <a:cubicBezTo>
                    <a:pt x="2356" y="11045"/>
                    <a:pt x="2819" y="1079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2864" y="1013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3042" y="10028"/>
                    <a:pt x="3301" y="9849"/>
                  </a:cubicBezTo>
                  <a:lnTo>
                    <a:pt x="3301" y="9849"/>
                  </a:lnTo>
                  <a:cubicBezTo>
                    <a:pt x="3881" y="9448"/>
                    <a:pt x="4836" y="8699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4952" y="8021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6673" y="7619"/>
                    <a:pt x="7414" y="7307"/>
                  </a:cubicBezTo>
                  <a:lnTo>
                    <a:pt x="7414" y="7307"/>
                  </a:lnTo>
                  <a:cubicBezTo>
                    <a:pt x="7414" y="7307"/>
                    <a:pt x="8074" y="7628"/>
                    <a:pt x="8493" y="7905"/>
                  </a:cubicBezTo>
                  <a:lnTo>
                    <a:pt x="8493" y="7905"/>
                  </a:lnTo>
                  <a:lnTo>
                    <a:pt x="8493" y="7905"/>
                  </a:lnTo>
                  <a:cubicBezTo>
                    <a:pt x="8609" y="7985"/>
                    <a:pt x="8707" y="8056"/>
                    <a:pt x="8770" y="8119"/>
                  </a:cubicBezTo>
                  <a:lnTo>
                    <a:pt x="8770" y="8119"/>
                  </a:lnTo>
                  <a:cubicBezTo>
                    <a:pt x="8770" y="8119"/>
                    <a:pt x="8431" y="8832"/>
                    <a:pt x="7985" y="9162"/>
                  </a:cubicBezTo>
                  <a:lnTo>
                    <a:pt x="7985" y="9162"/>
                  </a:lnTo>
                  <a:cubicBezTo>
                    <a:pt x="7985" y="9162"/>
                    <a:pt x="7128" y="10037"/>
                    <a:pt x="6629" y="10608"/>
                  </a:cubicBezTo>
                  <a:lnTo>
                    <a:pt x="6629" y="10608"/>
                  </a:lnTo>
                  <a:cubicBezTo>
                    <a:pt x="6477" y="10777"/>
                    <a:pt x="6352" y="10920"/>
                    <a:pt x="6299" y="11009"/>
                  </a:cubicBezTo>
                  <a:lnTo>
                    <a:pt x="6299" y="11009"/>
                  </a:lnTo>
                  <a:cubicBezTo>
                    <a:pt x="6013" y="11419"/>
                    <a:pt x="5603" y="11946"/>
                    <a:pt x="6343" y="12561"/>
                  </a:cubicBezTo>
                  <a:lnTo>
                    <a:pt x="6343" y="12561"/>
                  </a:lnTo>
                  <a:cubicBezTo>
                    <a:pt x="6343" y="12561"/>
                    <a:pt x="6504" y="12695"/>
                    <a:pt x="6736" y="12740"/>
                  </a:cubicBezTo>
                  <a:lnTo>
                    <a:pt x="6736" y="12740"/>
                  </a:lnTo>
                  <a:cubicBezTo>
                    <a:pt x="6986" y="12784"/>
                    <a:pt x="7316" y="12722"/>
                    <a:pt x="7637" y="12329"/>
                  </a:cubicBezTo>
                  <a:lnTo>
                    <a:pt x="7637" y="12329"/>
                  </a:lnTo>
                  <a:cubicBezTo>
                    <a:pt x="7646" y="12312"/>
                    <a:pt x="7664" y="12285"/>
                    <a:pt x="7681" y="12267"/>
                  </a:cubicBezTo>
                  <a:lnTo>
                    <a:pt x="7681" y="12267"/>
                  </a:lnTo>
                  <a:cubicBezTo>
                    <a:pt x="7681" y="12267"/>
                    <a:pt x="8921" y="11419"/>
                    <a:pt x="9359" y="10492"/>
                  </a:cubicBezTo>
                  <a:lnTo>
                    <a:pt x="9359" y="10492"/>
                  </a:lnTo>
                  <a:lnTo>
                    <a:pt x="9956" y="9823"/>
                  </a:lnTo>
                  <a:lnTo>
                    <a:pt x="11285" y="8975"/>
                  </a:lnTo>
                  <a:cubicBezTo>
                    <a:pt x="11285" y="8975"/>
                    <a:pt x="13712" y="7387"/>
                    <a:pt x="13899" y="5246"/>
                  </a:cubicBezTo>
                  <a:lnTo>
                    <a:pt x="13899" y="5246"/>
                  </a:lnTo>
                  <a:cubicBezTo>
                    <a:pt x="13899" y="5246"/>
                    <a:pt x="17004" y="3712"/>
                    <a:pt x="17798" y="3863"/>
                  </a:cubicBezTo>
                  <a:lnTo>
                    <a:pt x="17798" y="3863"/>
                  </a:lnTo>
                  <a:cubicBezTo>
                    <a:pt x="17798" y="3863"/>
                    <a:pt x="17932" y="1062"/>
                    <a:pt x="16014" y="1"/>
                  </a:cubicBezTo>
                  <a:lnTo>
                    <a:pt x="16014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9" name="Google Shape;389;p28"/>
            <p:cNvGrpSpPr/>
            <p:nvPr/>
          </p:nvGrpSpPr>
          <p:grpSpPr>
            <a:xfrm>
              <a:off x="5710513" y="569504"/>
              <a:ext cx="3877481" cy="4090276"/>
              <a:chOff x="5410088" y="476042"/>
              <a:chExt cx="3877481" cy="4090276"/>
            </a:xfrm>
          </p:grpSpPr>
          <p:sp>
            <p:nvSpPr>
              <p:cNvPr id="390" name="Google Shape;390;p28"/>
              <p:cNvSpPr/>
              <p:nvPr/>
            </p:nvSpPr>
            <p:spPr>
              <a:xfrm>
                <a:off x="5728780" y="2240518"/>
                <a:ext cx="468769" cy="468795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8"/>
              <p:cNvSpPr/>
              <p:nvPr/>
            </p:nvSpPr>
            <p:spPr>
              <a:xfrm>
                <a:off x="6197561" y="3366978"/>
                <a:ext cx="327012" cy="327044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28"/>
              <p:cNvSpPr/>
              <p:nvPr/>
            </p:nvSpPr>
            <p:spPr>
              <a:xfrm>
                <a:off x="5531598" y="1066378"/>
                <a:ext cx="327012" cy="327044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28"/>
              <p:cNvSpPr/>
              <p:nvPr/>
            </p:nvSpPr>
            <p:spPr>
              <a:xfrm>
                <a:off x="8080630" y="2806168"/>
                <a:ext cx="468769" cy="468795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94" name="Google Shape;394;p28"/>
              <p:cNvGrpSpPr/>
              <p:nvPr/>
            </p:nvGrpSpPr>
            <p:grpSpPr>
              <a:xfrm flipH="1" rot="2902359">
                <a:off x="5578694" y="1544629"/>
                <a:ext cx="3540270" cy="2041175"/>
                <a:chOff x="503897" y="1148626"/>
                <a:chExt cx="3540180" cy="2041124"/>
              </a:xfrm>
            </p:grpSpPr>
            <p:sp>
              <p:nvSpPr>
                <p:cNvPr id="395" name="Google Shape;395;p28"/>
                <p:cNvSpPr/>
                <p:nvPr/>
              </p:nvSpPr>
              <p:spPr>
                <a:xfrm>
                  <a:off x="2003209" y="1148626"/>
                  <a:ext cx="2040867" cy="2041124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rgbClr val="B47FFF">
                        <a:alpha val="50196"/>
                      </a:srgbClr>
                    </a:gs>
                    <a:gs pos="69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6" name="Google Shape;396;p28"/>
                <p:cNvSpPr/>
                <p:nvPr/>
              </p:nvSpPr>
              <p:spPr>
                <a:xfrm>
                  <a:off x="503897" y="2053971"/>
                  <a:ext cx="2497728" cy="956928"/>
                </a:xfrm>
                <a:custGeom>
                  <a:rect b="b" l="l" r="r" t="t"/>
                  <a:pathLst>
                    <a:path extrusionOk="0" h="7308" w="19075">
                      <a:moveTo>
                        <a:pt x="9841" y="1"/>
                      </a:moveTo>
                      <a:cubicBezTo>
                        <a:pt x="9198" y="90"/>
                        <a:pt x="4113" y="2570"/>
                        <a:pt x="4113" y="2570"/>
                      </a:cubicBezTo>
                      <a:lnTo>
                        <a:pt x="4113" y="2570"/>
                      </a:lnTo>
                      <a:cubicBezTo>
                        <a:pt x="2909" y="2971"/>
                        <a:pt x="2775" y="2873"/>
                        <a:pt x="1473" y="3150"/>
                      </a:cubicBezTo>
                      <a:lnTo>
                        <a:pt x="1473" y="3150"/>
                      </a:lnTo>
                      <a:cubicBezTo>
                        <a:pt x="1" y="3471"/>
                        <a:pt x="1901" y="7031"/>
                        <a:pt x="1901" y="7031"/>
                      </a:cubicBezTo>
                      <a:lnTo>
                        <a:pt x="1901" y="7031"/>
                      </a:lnTo>
                      <a:cubicBezTo>
                        <a:pt x="3489" y="6014"/>
                        <a:pt x="4738" y="6317"/>
                        <a:pt x="4738" y="6317"/>
                      </a:cubicBezTo>
                      <a:lnTo>
                        <a:pt x="4738" y="6317"/>
                      </a:lnTo>
                      <a:cubicBezTo>
                        <a:pt x="7503" y="7307"/>
                        <a:pt x="9573" y="6460"/>
                        <a:pt x="9573" y="6460"/>
                      </a:cubicBezTo>
                      <a:lnTo>
                        <a:pt x="9573" y="6460"/>
                      </a:lnTo>
                      <a:cubicBezTo>
                        <a:pt x="9573" y="6460"/>
                        <a:pt x="11268" y="6326"/>
                        <a:pt x="11928" y="6254"/>
                      </a:cubicBezTo>
                      <a:lnTo>
                        <a:pt x="11928" y="6254"/>
                      </a:lnTo>
                      <a:cubicBezTo>
                        <a:pt x="12151" y="6237"/>
                        <a:pt x="12455" y="6263"/>
                        <a:pt x="12811" y="6299"/>
                      </a:cubicBezTo>
                      <a:lnTo>
                        <a:pt x="12811" y="6299"/>
                      </a:lnTo>
                      <a:cubicBezTo>
                        <a:pt x="13498" y="6353"/>
                        <a:pt x="14346" y="6415"/>
                        <a:pt x="15069" y="6085"/>
                      </a:cubicBezTo>
                      <a:lnTo>
                        <a:pt x="15069" y="6085"/>
                      </a:lnTo>
                      <a:cubicBezTo>
                        <a:pt x="15077" y="6076"/>
                        <a:pt x="15077" y="6076"/>
                        <a:pt x="15086" y="6076"/>
                      </a:cubicBezTo>
                      <a:lnTo>
                        <a:pt x="15086" y="6076"/>
                      </a:lnTo>
                      <a:cubicBezTo>
                        <a:pt x="15122" y="6058"/>
                        <a:pt x="15158" y="6040"/>
                        <a:pt x="15184" y="6014"/>
                      </a:cubicBezTo>
                      <a:lnTo>
                        <a:pt x="15184" y="6014"/>
                      </a:lnTo>
                      <a:cubicBezTo>
                        <a:pt x="15577" y="5960"/>
                        <a:pt x="15568" y="5532"/>
                        <a:pt x="15497" y="5291"/>
                      </a:cubicBezTo>
                      <a:lnTo>
                        <a:pt x="15497" y="5291"/>
                      </a:lnTo>
                      <a:cubicBezTo>
                        <a:pt x="15461" y="5166"/>
                        <a:pt x="15283" y="5050"/>
                        <a:pt x="15158" y="4988"/>
                      </a:cubicBezTo>
                      <a:lnTo>
                        <a:pt x="15158" y="4988"/>
                      </a:lnTo>
                      <a:cubicBezTo>
                        <a:pt x="15149" y="4988"/>
                        <a:pt x="15149" y="4988"/>
                        <a:pt x="15149" y="4988"/>
                      </a:cubicBezTo>
                      <a:lnTo>
                        <a:pt x="15149" y="4988"/>
                      </a:lnTo>
                      <a:cubicBezTo>
                        <a:pt x="14783" y="4604"/>
                        <a:pt x="13650" y="4524"/>
                        <a:pt x="13088" y="4506"/>
                      </a:cubicBezTo>
                      <a:lnTo>
                        <a:pt x="13088" y="4506"/>
                      </a:lnTo>
                      <a:cubicBezTo>
                        <a:pt x="12901" y="4506"/>
                        <a:pt x="12776" y="4506"/>
                        <a:pt x="12776" y="4506"/>
                      </a:cubicBezTo>
                      <a:lnTo>
                        <a:pt x="12776" y="4506"/>
                      </a:lnTo>
                      <a:cubicBezTo>
                        <a:pt x="10153" y="4658"/>
                        <a:pt x="10215" y="4417"/>
                        <a:pt x="10215" y="4417"/>
                      </a:cubicBezTo>
                      <a:lnTo>
                        <a:pt x="10215" y="4417"/>
                      </a:lnTo>
                      <a:cubicBezTo>
                        <a:pt x="10421" y="4176"/>
                        <a:pt x="10153" y="3641"/>
                        <a:pt x="10153" y="3641"/>
                      </a:cubicBezTo>
                      <a:lnTo>
                        <a:pt x="10153" y="3641"/>
                      </a:lnTo>
                      <a:cubicBezTo>
                        <a:pt x="10189" y="3623"/>
                        <a:pt x="10251" y="3560"/>
                        <a:pt x="10251" y="3560"/>
                      </a:cubicBezTo>
                      <a:lnTo>
                        <a:pt x="10251" y="3560"/>
                      </a:lnTo>
                      <a:cubicBezTo>
                        <a:pt x="10572" y="3712"/>
                        <a:pt x="10831" y="3596"/>
                        <a:pt x="11001" y="3462"/>
                      </a:cubicBezTo>
                      <a:lnTo>
                        <a:pt x="11001" y="3462"/>
                      </a:lnTo>
                      <a:cubicBezTo>
                        <a:pt x="11152" y="3328"/>
                        <a:pt x="11232" y="3177"/>
                        <a:pt x="11232" y="3177"/>
                      </a:cubicBezTo>
                      <a:lnTo>
                        <a:pt x="11232" y="3177"/>
                      </a:lnTo>
                      <a:cubicBezTo>
                        <a:pt x="11830" y="3284"/>
                        <a:pt x="12580" y="1954"/>
                        <a:pt x="12580" y="1954"/>
                      </a:cubicBezTo>
                      <a:lnTo>
                        <a:pt x="12580" y="1954"/>
                      </a:lnTo>
                      <a:cubicBezTo>
                        <a:pt x="13525" y="2008"/>
                        <a:pt x="14382" y="1491"/>
                        <a:pt x="14382" y="1491"/>
                      </a:cubicBezTo>
                      <a:lnTo>
                        <a:pt x="14382" y="1491"/>
                      </a:lnTo>
                      <a:cubicBezTo>
                        <a:pt x="14542" y="1660"/>
                        <a:pt x="14926" y="1696"/>
                        <a:pt x="15149" y="1687"/>
                      </a:cubicBezTo>
                      <a:lnTo>
                        <a:pt x="15149" y="1687"/>
                      </a:lnTo>
                      <a:cubicBezTo>
                        <a:pt x="15247" y="1696"/>
                        <a:pt x="15318" y="1687"/>
                        <a:pt x="15318" y="1687"/>
                      </a:cubicBezTo>
                      <a:lnTo>
                        <a:pt x="15318" y="1687"/>
                      </a:lnTo>
                      <a:cubicBezTo>
                        <a:pt x="15318" y="1687"/>
                        <a:pt x="17495" y="1901"/>
                        <a:pt x="17968" y="1910"/>
                      </a:cubicBezTo>
                      <a:lnTo>
                        <a:pt x="17968" y="1910"/>
                      </a:lnTo>
                      <a:cubicBezTo>
                        <a:pt x="18780" y="1919"/>
                        <a:pt x="19074" y="1152"/>
                        <a:pt x="19074" y="1152"/>
                      </a:cubicBezTo>
                      <a:lnTo>
                        <a:pt x="19074" y="1152"/>
                      </a:lnTo>
                      <a:lnTo>
                        <a:pt x="17807" y="866"/>
                      </a:lnTo>
                      <a:cubicBezTo>
                        <a:pt x="17807" y="866"/>
                        <a:pt x="15506" y="411"/>
                        <a:pt x="15211" y="331"/>
                      </a:cubicBezTo>
                      <a:lnTo>
                        <a:pt x="15211" y="331"/>
                      </a:lnTo>
                      <a:cubicBezTo>
                        <a:pt x="14926" y="251"/>
                        <a:pt x="14283" y="45"/>
                        <a:pt x="13909" y="126"/>
                      </a:cubicBezTo>
                      <a:lnTo>
                        <a:pt x="13909" y="126"/>
                      </a:lnTo>
                      <a:cubicBezTo>
                        <a:pt x="13543" y="215"/>
                        <a:pt x="11108" y="224"/>
                        <a:pt x="11108" y="224"/>
                      </a:cubicBezTo>
                      <a:lnTo>
                        <a:pt x="11108" y="224"/>
                      </a:lnTo>
                      <a:cubicBezTo>
                        <a:pt x="10483" y="10"/>
                        <a:pt x="9921" y="1"/>
                        <a:pt x="9850" y="1"/>
                      </a:cubicBezTo>
                      <a:lnTo>
                        <a:pt x="9850" y="1"/>
                      </a:lnTo>
                      <a:cubicBezTo>
                        <a:pt x="9841" y="1"/>
                        <a:pt x="9841" y="1"/>
                        <a:pt x="9841" y="1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7" name="Google Shape;397;p28"/>
                <p:cNvSpPr/>
                <p:nvPr/>
              </p:nvSpPr>
              <p:spPr>
                <a:xfrm>
                  <a:off x="1944292" y="2249081"/>
                  <a:ext cx="955618" cy="709185"/>
                </a:xfrm>
                <a:custGeom>
                  <a:rect b="b" l="l" r="r" t="t"/>
                  <a:pathLst>
                    <a:path extrusionOk="0" h="5416" w="7298">
                      <a:moveTo>
                        <a:pt x="1580" y="464"/>
                      </a:moveTo>
                      <a:cubicBezTo>
                        <a:pt x="1580" y="464"/>
                        <a:pt x="830" y="1794"/>
                        <a:pt x="232" y="1687"/>
                      </a:cubicBezTo>
                      <a:lnTo>
                        <a:pt x="232" y="1687"/>
                      </a:lnTo>
                      <a:cubicBezTo>
                        <a:pt x="232" y="1687"/>
                        <a:pt x="152" y="1838"/>
                        <a:pt x="1" y="1972"/>
                      </a:cubicBezTo>
                      <a:lnTo>
                        <a:pt x="1" y="1972"/>
                      </a:lnTo>
                      <a:cubicBezTo>
                        <a:pt x="286" y="2240"/>
                        <a:pt x="1357" y="2374"/>
                        <a:pt x="1357" y="2374"/>
                      </a:cubicBezTo>
                      <a:lnTo>
                        <a:pt x="1357" y="2374"/>
                      </a:lnTo>
                      <a:cubicBezTo>
                        <a:pt x="1410" y="2570"/>
                        <a:pt x="1713" y="2793"/>
                        <a:pt x="2088" y="3016"/>
                      </a:cubicBezTo>
                      <a:lnTo>
                        <a:pt x="2088" y="3016"/>
                      </a:lnTo>
                      <a:cubicBezTo>
                        <a:pt x="2650" y="3034"/>
                        <a:pt x="3783" y="3114"/>
                        <a:pt x="4149" y="3498"/>
                      </a:cubicBezTo>
                      <a:lnTo>
                        <a:pt x="4149" y="3498"/>
                      </a:lnTo>
                      <a:cubicBezTo>
                        <a:pt x="4149" y="3498"/>
                        <a:pt x="4149" y="3498"/>
                        <a:pt x="4158" y="3498"/>
                      </a:cubicBezTo>
                      <a:lnTo>
                        <a:pt x="4158" y="3498"/>
                      </a:lnTo>
                      <a:cubicBezTo>
                        <a:pt x="4283" y="3560"/>
                        <a:pt x="4461" y="3676"/>
                        <a:pt x="4497" y="3801"/>
                      </a:cubicBezTo>
                      <a:lnTo>
                        <a:pt x="4497" y="3801"/>
                      </a:lnTo>
                      <a:cubicBezTo>
                        <a:pt x="4568" y="4042"/>
                        <a:pt x="4577" y="4470"/>
                        <a:pt x="4184" y="4524"/>
                      </a:cubicBezTo>
                      <a:lnTo>
                        <a:pt x="4184" y="4524"/>
                      </a:lnTo>
                      <a:cubicBezTo>
                        <a:pt x="4158" y="4550"/>
                        <a:pt x="4122" y="4568"/>
                        <a:pt x="4086" y="4586"/>
                      </a:cubicBezTo>
                      <a:lnTo>
                        <a:pt x="4086" y="4586"/>
                      </a:lnTo>
                      <a:cubicBezTo>
                        <a:pt x="4077" y="4586"/>
                        <a:pt x="4077" y="4586"/>
                        <a:pt x="4069" y="4595"/>
                      </a:cubicBezTo>
                      <a:lnTo>
                        <a:pt x="4069" y="4595"/>
                      </a:lnTo>
                      <a:cubicBezTo>
                        <a:pt x="4363" y="5059"/>
                        <a:pt x="4693" y="5416"/>
                        <a:pt x="5005" y="5291"/>
                      </a:cubicBezTo>
                      <a:lnTo>
                        <a:pt x="5005" y="5291"/>
                      </a:lnTo>
                      <a:cubicBezTo>
                        <a:pt x="5416" y="5130"/>
                        <a:pt x="5023" y="4336"/>
                        <a:pt x="5023" y="4336"/>
                      </a:cubicBezTo>
                      <a:lnTo>
                        <a:pt x="5023" y="4336"/>
                      </a:lnTo>
                      <a:lnTo>
                        <a:pt x="3837" y="2052"/>
                      </a:lnTo>
                      <a:lnTo>
                        <a:pt x="3221" y="1365"/>
                      </a:lnTo>
                      <a:lnTo>
                        <a:pt x="3346" y="1321"/>
                      </a:lnTo>
                      <a:cubicBezTo>
                        <a:pt x="3480" y="1571"/>
                        <a:pt x="4390" y="2374"/>
                        <a:pt x="4827" y="2588"/>
                      </a:cubicBezTo>
                      <a:lnTo>
                        <a:pt x="4827" y="2588"/>
                      </a:lnTo>
                      <a:cubicBezTo>
                        <a:pt x="5603" y="3462"/>
                        <a:pt x="6317" y="4185"/>
                        <a:pt x="6807" y="4024"/>
                      </a:cubicBezTo>
                      <a:lnTo>
                        <a:pt x="6807" y="4024"/>
                      </a:lnTo>
                      <a:cubicBezTo>
                        <a:pt x="7298" y="3863"/>
                        <a:pt x="6673" y="2953"/>
                        <a:pt x="6673" y="2953"/>
                      </a:cubicBezTo>
                      <a:lnTo>
                        <a:pt x="6673" y="2953"/>
                      </a:lnTo>
                      <a:lnTo>
                        <a:pt x="5665" y="1589"/>
                      </a:lnTo>
                      <a:lnTo>
                        <a:pt x="4149" y="197"/>
                      </a:lnTo>
                      <a:cubicBezTo>
                        <a:pt x="3926" y="206"/>
                        <a:pt x="3542" y="170"/>
                        <a:pt x="3382" y="1"/>
                      </a:cubicBezTo>
                      <a:lnTo>
                        <a:pt x="3382" y="1"/>
                      </a:lnTo>
                      <a:cubicBezTo>
                        <a:pt x="3382" y="1"/>
                        <a:pt x="2525" y="518"/>
                        <a:pt x="1580" y="464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8" name="Google Shape;398;p28"/>
                <p:cNvSpPr/>
                <p:nvPr/>
              </p:nvSpPr>
              <p:spPr>
                <a:xfrm>
                  <a:off x="2522549" y="1786447"/>
                  <a:ext cx="896049" cy="896151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rgbClr val="FFFFFF">
                        <a:alpha val="50196"/>
                      </a:srgbClr>
                    </a:gs>
                    <a:gs pos="6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99" name="Google Shape;399;p28"/>
              <p:cNvSpPr/>
              <p:nvPr/>
            </p:nvSpPr>
            <p:spPr>
              <a:xfrm>
                <a:off x="6149503" y="476042"/>
                <a:ext cx="660023" cy="660100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28"/>
              <p:cNvSpPr/>
              <p:nvPr/>
            </p:nvSpPr>
            <p:spPr>
              <a:xfrm>
                <a:off x="8151030" y="1701868"/>
                <a:ext cx="468769" cy="468795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28"/>
              <p:cNvSpPr/>
              <p:nvPr/>
            </p:nvSpPr>
            <p:spPr>
              <a:xfrm>
                <a:off x="7824023" y="739328"/>
                <a:ext cx="327012" cy="327044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9"/>
          <p:cNvSpPr txBox="1"/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globale</a:t>
            </a:r>
            <a:endParaRPr/>
          </a:p>
        </p:txBody>
      </p:sp>
      <p:sp>
        <p:nvSpPr>
          <p:cNvPr id="407" name="Google Shape;407;p29"/>
          <p:cNvSpPr/>
          <p:nvPr/>
        </p:nvSpPr>
        <p:spPr>
          <a:xfrm>
            <a:off x="5736947" y="796365"/>
            <a:ext cx="238346" cy="238372"/>
          </a:xfrm>
          <a:custGeom>
            <a:rect b="b" l="l" r="r" t="t"/>
            <a:pathLst>
              <a:path extrusionOk="0" h="4810" w="4809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rgbClr val="FFFFFF">
                  <a:alpha val="50196"/>
                </a:srgbClr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8" name="Google Shape;408;p29" title="diagram-export-2025-10-25-19-h-05-min-14-s.png"/>
          <p:cNvPicPr preferRelativeResize="0"/>
          <p:nvPr/>
        </p:nvPicPr>
        <p:blipFill rotWithShape="1">
          <a:blip r:embed="rId3">
            <a:alphaModFix/>
          </a:blip>
          <a:srcRect b="2610" l="0" r="0" t="-2610"/>
          <a:stretch/>
        </p:blipFill>
        <p:spPr>
          <a:xfrm>
            <a:off x="152400" y="1412750"/>
            <a:ext cx="8839202" cy="261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0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utilisées</a:t>
            </a:r>
            <a:endParaRPr/>
          </a:p>
        </p:txBody>
      </p:sp>
      <p:pic>
        <p:nvPicPr>
          <p:cNvPr id="414" name="Google Shape;414;p30" title="mongod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112113"/>
            <a:ext cx="921275" cy="92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0" title="fas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0650" y="2979625"/>
            <a:ext cx="725750" cy="72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0" title="p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2612" y="1390562"/>
            <a:ext cx="921275" cy="81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0" title="Gemini-Ic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0100" y="2793975"/>
            <a:ext cx="1107950" cy="109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30" title="html5-logo-transparent-background-4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14">
            <a:off x="6305058" y="3050776"/>
            <a:ext cx="580518" cy="656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0" title="JavaScript-Emblem.png"/>
          <p:cNvPicPr preferRelativeResize="0"/>
          <p:nvPr/>
        </p:nvPicPr>
        <p:blipFill rotWithShape="1">
          <a:blip r:embed="rId8">
            <a:alphaModFix/>
          </a:blip>
          <a:srcRect b="0" l="20472" r="23498" t="0"/>
          <a:stretch/>
        </p:blipFill>
        <p:spPr>
          <a:xfrm>
            <a:off x="7147075" y="3014475"/>
            <a:ext cx="725750" cy="728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0" title="OIP.jpeg"/>
          <p:cNvPicPr preferRelativeResize="0"/>
          <p:nvPr/>
        </p:nvPicPr>
        <p:blipFill rotWithShape="1">
          <a:blip r:embed="rId9">
            <a:alphaModFix/>
          </a:blip>
          <a:srcRect b="13457" l="24094" r="24145" t="5083"/>
          <a:stretch/>
        </p:blipFill>
        <p:spPr>
          <a:xfrm>
            <a:off x="5528988" y="3050775"/>
            <a:ext cx="514550" cy="65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0" title="1000_F_532340212_vKovdTqMdJ4hfJSTw4zuSDTTSj03ZkjV.jpg"/>
          <p:cNvPicPr preferRelativeResize="0"/>
          <p:nvPr/>
        </p:nvPicPr>
        <p:blipFill rotWithShape="1">
          <a:blip r:embed="rId10">
            <a:alphaModFix/>
          </a:blip>
          <a:srcRect b="4571" l="27896" r="21993" t="82674"/>
          <a:stretch/>
        </p:blipFill>
        <p:spPr>
          <a:xfrm>
            <a:off x="2156175" y="1559800"/>
            <a:ext cx="1860550" cy="47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0" title="langchain-logo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607450" y="1559813"/>
            <a:ext cx="2291488" cy="473575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 txBox="1"/>
          <p:nvPr/>
        </p:nvSpPr>
        <p:spPr>
          <a:xfrm>
            <a:off x="903250" y="3859325"/>
            <a:ext cx="1528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Google Gemini 1.5 Flash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24" name="Google Shape;424;p30"/>
          <p:cNvSpPr txBox="1"/>
          <p:nvPr/>
        </p:nvSpPr>
        <p:spPr>
          <a:xfrm>
            <a:off x="6130725" y="3859325"/>
            <a:ext cx="1528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HTML5, CSS,JS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25" name="Google Shape;425;p30"/>
          <p:cNvSpPr txBox="1"/>
          <p:nvPr/>
        </p:nvSpPr>
        <p:spPr>
          <a:xfrm>
            <a:off x="3450650" y="3859325"/>
            <a:ext cx="1528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FastAPI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26" name="Google Shape;426;p30"/>
          <p:cNvSpPr txBox="1"/>
          <p:nvPr/>
        </p:nvSpPr>
        <p:spPr>
          <a:xfrm>
            <a:off x="7164925" y="2083475"/>
            <a:ext cx="1528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LangChain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27" name="Google Shape;427;p30"/>
          <p:cNvSpPr txBox="1"/>
          <p:nvPr/>
        </p:nvSpPr>
        <p:spPr>
          <a:xfrm>
            <a:off x="5255075" y="2307325"/>
            <a:ext cx="1528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Python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28" name="Google Shape;428;p30"/>
          <p:cNvSpPr txBox="1"/>
          <p:nvPr/>
        </p:nvSpPr>
        <p:spPr>
          <a:xfrm>
            <a:off x="2248900" y="2140500"/>
            <a:ext cx="19275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text-embedding-004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29" name="Google Shape;429;p30"/>
          <p:cNvSpPr txBox="1"/>
          <p:nvPr/>
        </p:nvSpPr>
        <p:spPr>
          <a:xfrm>
            <a:off x="569838" y="2140500"/>
            <a:ext cx="1528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MongoDB Atlas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1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Conception de la base de données</a:t>
            </a:r>
            <a:endParaRPr/>
          </a:p>
        </p:txBody>
      </p:sp>
      <p:sp>
        <p:nvSpPr>
          <p:cNvPr id="435" name="Google Shape;435;p31"/>
          <p:cNvSpPr txBox="1"/>
          <p:nvPr/>
        </p:nvSpPr>
        <p:spPr>
          <a:xfrm>
            <a:off x="792950" y="1259100"/>
            <a:ext cx="5941800" cy="17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Base de données: </a:t>
            </a: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news_db</a:t>
            </a:r>
            <a:br>
              <a:rPr lang="en" sz="11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Collections :</a:t>
            </a:r>
            <a:br>
              <a:rPr lang="en" sz="1100" u="sng">
                <a:solidFill>
                  <a:schemeClr val="dk1"/>
                </a:solidFill>
              </a:rPr>
            </a:br>
            <a:endParaRPr sz="1100" u="sng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i="1" lang="en">
                <a:solidFill>
                  <a:schemeClr val="dk1"/>
                </a:solidFill>
              </a:rPr>
              <a:t>articles → stocke les actualités.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436" name="Google Shape;436;p31" title="Capture d'écran 2025-10-26 124413.png"/>
          <p:cNvPicPr preferRelativeResize="0"/>
          <p:nvPr/>
        </p:nvPicPr>
        <p:blipFill rotWithShape="1">
          <a:blip r:embed="rId3">
            <a:alphaModFix/>
          </a:blip>
          <a:srcRect b="0" l="0" r="32249" t="0"/>
          <a:stretch/>
        </p:blipFill>
        <p:spPr>
          <a:xfrm>
            <a:off x="878150" y="2684550"/>
            <a:ext cx="7437851" cy="201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2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Conception de la base de données</a:t>
            </a:r>
            <a:endParaRPr/>
          </a:p>
        </p:txBody>
      </p:sp>
      <p:pic>
        <p:nvPicPr>
          <p:cNvPr id="442" name="Google Shape;442;p32" title="Capture d'écran 2025-10-26 125344.png"/>
          <p:cNvPicPr preferRelativeResize="0"/>
          <p:nvPr/>
        </p:nvPicPr>
        <p:blipFill rotWithShape="1">
          <a:blip r:embed="rId3">
            <a:alphaModFix/>
          </a:blip>
          <a:srcRect b="0" l="0" r="31001" t="0"/>
          <a:stretch/>
        </p:blipFill>
        <p:spPr>
          <a:xfrm>
            <a:off x="799850" y="2066200"/>
            <a:ext cx="6925371" cy="1823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2"/>
          <p:cNvSpPr txBox="1"/>
          <p:nvPr/>
        </p:nvSpPr>
        <p:spPr>
          <a:xfrm>
            <a:off x="900975" y="1532800"/>
            <a:ext cx="518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i="1" lang="en">
                <a:solidFill>
                  <a:schemeClr val="dk1"/>
                </a:solidFill>
              </a:rPr>
              <a:t>news_embeddings → contient le texte vectorisé.</a:t>
            </a:r>
            <a:endParaRPr i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33" title="Capture d'écran 2025-10-26 12561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9525" y="1975025"/>
            <a:ext cx="5411326" cy="231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3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Conception de la base de données</a:t>
            </a:r>
            <a:endParaRPr/>
          </a:p>
        </p:txBody>
      </p:sp>
      <p:sp>
        <p:nvSpPr>
          <p:cNvPr id="450" name="Google Shape;450;p33"/>
          <p:cNvSpPr txBox="1"/>
          <p:nvPr/>
        </p:nvSpPr>
        <p:spPr>
          <a:xfrm>
            <a:off x="1541900" y="1418750"/>
            <a:ext cx="27372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i="1" lang="en">
                <a:solidFill>
                  <a:schemeClr val="dk1"/>
                </a:solidFill>
              </a:rPr>
              <a:t>News_index :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34" title="Flowcharts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3400" y="666025"/>
            <a:ext cx="6399625" cy="416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5"/>
          <p:cNvSpPr txBox="1"/>
          <p:nvPr/>
        </p:nvSpPr>
        <p:spPr>
          <a:xfrm>
            <a:off x="1505425" y="539400"/>
            <a:ext cx="673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Exemple de prompt et réponse</a:t>
            </a:r>
            <a:endParaRPr sz="280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461" name="Google Shape;461;p35"/>
          <p:cNvSpPr txBox="1"/>
          <p:nvPr/>
        </p:nvSpPr>
        <p:spPr>
          <a:xfrm>
            <a:off x="713100" y="1311550"/>
            <a:ext cx="7306800" cy="27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Prompt généré :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Exemple de question :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Réponse du chatbot 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462" name="Google Shape;462;p35"/>
          <p:cNvSpPr/>
          <p:nvPr/>
        </p:nvSpPr>
        <p:spPr>
          <a:xfrm>
            <a:off x="914675" y="1630800"/>
            <a:ext cx="5702400" cy="627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"Tu es un assistant d’actualités. Utilise uniquement le contexte suivant pour répondre..."</a:t>
            </a:r>
            <a:endParaRPr b="1" sz="1300">
              <a:solidFill>
                <a:schemeClr val="lt1"/>
              </a:solidFill>
            </a:endParaRPr>
          </a:p>
        </p:txBody>
      </p:sp>
      <p:sp>
        <p:nvSpPr>
          <p:cNvPr id="463" name="Google Shape;463;p35"/>
          <p:cNvSpPr/>
          <p:nvPr/>
        </p:nvSpPr>
        <p:spPr>
          <a:xfrm>
            <a:off x="914675" y="2668675"/>
            <a:ext cx="5702400" cy="627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1300">
                <a:solidFill>
                  <a:schemeClr val="lt1"/>
                </a:solidFill>
              </a:rPr>
              <a:t>Quels sont les risques récents liés à l’IA selon The Verge ?</a:t>
            </a:r>
            <a:endParaRPr b="1" i="1" sz="1300">
              <a:solidFill>
                <a:schemeClr val="lt1"/>
              </a:solidFill>
            </a:endParaRPr>
          </a:p>
        </p:txBody>
      </p:sp>
      <p:sp>
        <p:nvSpPr>
          <p:cNvPr id="464" name="Google Shape;464;p35"/>
          <p:cNvSpPr/>
          <p:nvPr/>
        </p:nvSpPr>
        <p:spPr>
          <a:xfrm>
            <a:off x="914675" y="3810600"/>
            <a:ext cx="5702400" cy="627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"Selon The Verge, les risques principaux concernent la manipulation des données et la désinformation.</a:t>
            </a:r>
            <a:r>
              <a:rPr b="1" lang="en" sz="1300">
                <a:solidFill>
                  <a:schemeClr val="dk1"/>
                </a:solidFill>
              </a:rPr>
              <a:t>.</a:t>
            </a:r>
            <a:r>
              <a:rPr b="1" lang="en" sz="1100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6"/>
          <p:cNvSpPr txBox="1"/>
          <p:nvPr>
            <p:ph type="title"/>
          </p:nvPr>
        </p:nvSpPr>
        <p:spPr>
          <a:xfrm>
            <a:off x="2651900" y="1893125"/>
            <a:ext cx="3728700" cy="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Demo_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37" title="Enregistrement de l'écran 2025-10-26 142303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775" y="414725"/>
            <a:ext cx="8839201" cy="406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8"/>
          <p:cNvSpPr txBox="1"/>
          <p:nvPr>
            <p:ph type="title"/>
          </p:nvPr>
        </p:nvSpPr>
        <p:spPr>
          <a:xfrm>
            <a:off x="713100" y="650000"/>
            <a:ext cx="7580400" cy="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Merci</a:t>
            </a:r>
            <a:r>
              <a:rPr lang="en"/>
              <a:t> pour votre attention! _</a:t>
            </a:r>
            <a:endParaRPr/>
          </a:p>
        </p:txBody>
      </p:sp>
      <p:grpSp>
        <p:nvGrpSpPr>
          <p:cNvPr id="480" name="Google Shape;480;p38"/>
          <p:cNvGrpSpPr/>
          <p:nvPr/>
        </p:nvGrpSpPr>
        <p:grpSpPr>
          <a:xfrm>
            <a:off x="3380422" y="1880843"/>
            <a:ext cx="1448308" cy="2207554"/>
            <a:chOff x="6186357" y="2300583"/>
            <a:chExt cx="1525980" cy="2325945"/>
          </a:xfrm>
        </p:grpSpPr>
        <p:sp>
          <p:nvSpPr>
            <p:cNvPr id="481" name="Google Shape;481;p38"/>
            <p:cNvSpPr/>
            <p:nvPr/>
          </p:nvSpPr>
          <p:spPr>
            <a:xfrm>
              <a:off x="6489746" y="2900249"/>
              <a:ext cx="1222592" cy="1726279"/>
            </a:xfrm>
            <a:custGeom>
              <a:rect b="b" l="l" r="r" t="t"/>
              <a:pathLst>
                <a:path extrusionOk="0" h="32285" w="22865">
                  <a:moveTo>
                    <a:pt x="14945" y="1"/>
                  </a:moveTo>
                  <a:cubicBezTo>
                    <a:pt x="14723" y="1"/>
                    <a:pt x="14542" y="97"/>
                    <a:pt x="14542" y="97"/>
                  </a:cubicBezTo>
                  <a:cubicBezTo>
                    <a:pt x="12811" y="651"/>
                    <a:pt x="12258" y="3032"/>
                    <a:pt x="12258" y="3032"/>
                  </a:cubicBezTo>
                  <a:lnTo>
                    <a:pt x="0" y="16191"/>
                  </a:lnTo>
                  <a:cubicBezTo>
                    <a:pt x="0" y="16191"/>
                    <a:pt x="661" y="19679"/>
                    <a:pt x="5460" y="22882"/>
                  </a:cubicBezTo>
                  <a:lnTo>
                    <a:pt x="9020" y="32284"/>
                  </a:lnTo>
                  <a:lnTo>
                    <a:pt x="22865" y="32284"/>
                  </a:lnTo>
                  <a:lnTo>
                    <a:pt x="15648" y="20571"/>
                  </a:lnTo>
                  <a:lnTo>
                    <a:pt x="17200" y="15665"/>
                  </a:lnTo>
                  <a:cubicBezTo>
                    <a:pt x="18030" y="12765"/>
                    <a:pt x="16335" y="8421"/>
                    <a:pt x="16335" y="8421"/>
                  </a:cubicBezTo>
                  <a:cubicBezTo>
                    <a:pt x="15300" y="5619"/>
                    <a:pt x="15648" y="2684"/>
                    <a:pt x="15648" y="2684"/>
                  </a:cubicBezTo>
                  <a:cubicBezTo>
                    <a:pt x="15993" y="385"/>
                    <a:pt x="15387" y="1"/>
                    <a:pt x="14945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619866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8"/>
            <p:cNvSpPr/>
            <p:nvPr/>
          </p:nvSpPr>
          <p:spPr>
            <a:xfrm>
              <a:off x="6186357" y="2690219"/>
              <a:ext cx="358784" cy="312586"/>
            </a:xfrm>
            <a:custGeom>
              <a:rect b="b" l="l" r="r" t="t"/>
              <a:pathLst>
                <a:path extrusionOk="0" h="5846" w="6710">
                  <a:moveTo>
                    <a:pt x="1969" y="1"/>
                  </a:moveTo>
                  <a:cubicBezTo>
                    <a:pt x="1470" y="1"/>
                    <a:pt x="973" y="214"/>
                    <a:pt x="625" y="627"/>
                  </a:cubicBezTo>
                  <a:cubicBezTo>
                    <a:pt x="1" y="1367"/>
                    <a:pt x="99" y="2464"/>
                    <a:pt x="839" y="3089"/>
                  </a:cubicBezTo>
                  <a:lnTo>
                    <a:pt x="3614" y="5435"/>
                  </a:lnTo>
                  <a:cubicBezTo>
                    <a:pt x="3944" y="5711"/>
                    <a:pt x="4345" y="5845"/>
                    <a:pt x="4747" y="5845"/>
                  </a:cubicBezTo>
                  <a:cubicBezTo>
                    <a:pt x="5246" y="5845"/>
                    <a:pt x="5737" y="5631"/>
                    <a:pt x="6085" y="5221"/>
                  </a:cubicBezTo>
                  <a:cubicBezTo>
                    <a:pt x="6709" y="4480"/>
                    <a:pt x="6611" y="3374"/>
                    <a:pt x="5871" y="2759"/>
                  </a:cubicBezTo>
                  <a:lnTo>
                    <a:pt x="3087" y="412"/>
                  </a:lnTo>
                  <a:cubicBezTo>
                    <a:pt x="2763" y="136"/>
                    <a:pt x="2366" y="1"/>
                    <a:pt x="1969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619866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8"/>
            <p:cNvSpPr/>
            <p:nvPr/>
          </p:nvSpPr>
          <p:spPr>
            <a:xfrm>
              <a:off x="6409113" y="2311545"/>
              <a:ext cx="783335" cy="1491653"/>
            </a:xfrm>
            <a:custGeom>
              <a:rect b="b" l="l" r="r" t="t"/>
              <a:pathLst>
                <a:path extrusionOk="0" h="27897" w="14650">
                  <a:moveTo>
                    <a:pt x="1830" y="1"/>
                  </a:moveTo>
                  <a:cubicBezTo>
                    <a:pt x="821" y="1"/>
                    <a:pt x="1" y="821"/>
                    <a:pt x="1" y="1830"/>
                  </a:cubicBezTo>
                  <a:lnTo>
                    <a:pt x="1" y="26068"/>
                  </a:lnTo>
                  <a:cubicBezTo>
                    <a:pt x="1" y="27076"/>
                    <a:pt x="821" y="27897"/>
                    <a:pt x="1830" y="27897"/>
                  </a:cubicBezTo>
                  <a:lnTo>
                    <a:pt x="12820" y="27897"/>
                  </a:lnTo>
                  <a:cubicBezTo>
                    <a:pt x="13828" y="27897"/>
                    <a:pt x="14649" y="27076"/>
                    <a:pt x="14649" y="26068"/>
                  </a:cubicBezTo>
                  <a:lnTo>
                    <a:pt x="14649" y="1830"/>
                  </a:lnTo>
                  <a:cubicBezTo>
                    <a:pt x="14649" y="821"/>
                    <a:pt x="13828" y="1"/>
                    <a:pt x="128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8"/>
            <p:cNvSpPr/>
            <p:nvPr/>
          </p:nvSpPr>
          <p:spPr>
            <a:xfrm>
              <a:off x="6398152" y="2300583"/>
              <a:ext cx="804777" cy="1513094"/>
            </a:xfrm>
            <a:custGeom>
              <a:rect b="b" l="l" r="r" t="t"/>
              <a:pathLst>
                <a:path extrusionOk="0" h="28298" w="15051">
                  <a:moveTo>
                    <a:pt x="13025" y="411"/>
                  </a:moveTo>
                  <a:cubicBezTo>
                    <a:pt x="13917" y="411"/>
                    <a:pt x="14649" y="1134"/>
                    <a:pt x="14649" y="2035"/>
                  </a:cubicBezTo>
                  <a:lnTo>
                    <a:pt x="14649" y="26273"/>
                  </a:lnTo>
                  <a:cubicBezTo>
                    <a:pt x="14649" y="27165"/>
                    <a:pt x="13917" y="27897"/>
                    <a:pt x="13025" y="27897"/>
                  </a:cubicBezTo>
                  <a:lnTo>
                    <a:pt x="2035" y="27897"/>
                  </a:lnTo>
                  <a:cubicBezTo>
                    <a:pt x="1142" y="27897"/>
                    <a:pt x="411" y="27165"/>
                    <a:pt x="411" y="26273"/>
                  </a:cubicBezTo>
                  <a:lnTo>
                    <a:pt x="411" y="2035"/>
                  </a:lnTo>
                  <a:cubicBezTo>
                    <a:pt x="411" y="1134"/>
                    <a:pt x="1142" y="411"/>
                    <a:pt x="2035" y="411"/>
                  </a:cubicBezTo>
                  <a:close/>
                  <a:moveTo>
                    <a:pt x="2035" y="1"/>
                  </a:moveTo>
                  <a:cubicBezTo>
                    <a:pt x="910" y="1"/>
                    <a:pt x="1" y="911"/>
                    <a:pt x="1" y="2035"/>
                  </a:cubicBezTo>
                  <a:lnTo>
                    <a:pt x="1" y="26273"/>
                  </a:lnTo>
                  <a:cubicBezTo>
                    <a:pt x="1" y="27388"/>
                    <a:pt x="910" y="28298"/>
                    <a:pt x="2035" y="28298"/>
                  </a:cubicBezTo>
                  <a:lnTo>
                    <a:pt x="13025" y="28298"/>
                  </a:lnTo>
                  <a:cubicBezTo>
                    <a:pt x="14140" y="28298"/>
                    <a:pt x="15050" y="27388"/>
                    <a:pt x="15050" y="26273"/>
                  </a:cubicBezTo>
                  <a:lnTo>
                    <a:pt x="15050" y="2035"/>
                  </a:lnTo>
                  <a:cubicBezTo>
                    <a:pt x="15050" y="911"/>
                    <a:pt x="14140" y="1"/>
                    <a:pt x="13025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8"/>
            <p:cNvSpPr/>
            <p:nvPr/>
          </p:nvSpPr>
          <p:spPr>
            <a:xfrm>
              <a:off x="6449643" y="2460405"/>
              <a:ext cx="702222" cy="1180136"/>
            </a:xfrm>
            <a:custGeom>
              <a:rect b="b" l="l" r="r" t="t"/>
              <a:pathLst>
                <a:path extrusionOk="0" h="22071" w="13133">
                  <a:moveTo>
                    <a:pt x="10938" y="0"/>
                  </a:moveTo>
                  <a:lnTo>
                    <a:pt x="2196" y="0"/>
                  </a:lnTo>
                  <a:lnTo>
                    <a:pt x="786" y="0"/>
                  </a:lnTo>
                  <a:cubicBezTo>
                    <a:pt x="349" y="0"/>
                    <a:pt x="1" y="357"/>
                    <a:pt x="1" y="794"/>
                  </a:cubicBezTo>
                  <a:lnTo>
                    <a:pt x="1" y="794"/>
                  </a:lnTo>
                  <a:lnTo>
                    <a:pt x="1" y="21277"/>
                  </a:lnTo>
                  <a:cubicBezTo>
                    <a:pt x="1" y="21714"/>
                    <a:pt x="349" y="22071"/>
                    <a:pt x="786" y="22071"/>
                  </a:cubicBezTo>
                  <a:lnTo>
                    <a:pt x="786" y="22071"/>
                  </a:lnTo>
                  <a:lnTo>
                    <a:pt x="2196" y="22071"/>
                  </a:lnTo>
                  <a:lnTo>
                    <a:pt x="10938" y="22071"/>
                  </a:lnTo>
                  <a:lnTo>
                    <a:pt x="12339" y="22071"/>
                  </a:lnTo>
                  <a:cubicBezTo>
                    <a:pt x="12776" y="22071"/>
                    <a:pt x="13133" y="21714"/>
                    <a:pt x="13133" y="21277"/>
                  </a:cubicBezTo>
                  <a:lnTo>
                    <a:pt x="13133" y="21277"/>
                  </a:lnTo>
                  <a:lnTo>
                    <a:pt x="13133" y="794"/>
                  </a:lnTo>
                  <a:cubicBezTo>
                    <a:pt x="13133" y="357"/>
                    <a:pt x="12776" y="0"/>
                    <a:pt x="12339" y="0"/>
                  </a:cubicBezTo>
                  <a:lnTo>
                    <a:pt x="1233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1"/>
                </a:gs>
              </a:gsLst>
              <a:lin ang="1619866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8"/>
            <p:cNvSpPr/>
            <p:nvPr/>
          </p:nvSpPr>
          <p:spPr>
            <a:xfrm>
              <a:off x="6492580" y="3700107"/>
              <a:ext cx="202330" cy="26788"/>
            </a:xfrm>
            <a:custGeom>
              <a:rect b="b" l="l" r="r" t="t"/>
              <a:pathLst>
                <a:path extrusionOk="0" h="501" w="3784">
                  <a:moveTo>
                    <a:pt x="251" y="1"/>
                  </a:moveTo>
                  <a:cubicBezTo>
                    <a:pt x="117" y="1"/>
                    <a:pt x="1" y="108"/>
                    <a:pt x="1" y="251"/>
                  </a:cubicBezTo>
                  <a:cubicBezTo>
                    <a:pt x="1" y="393"/>
                    <a:pt x="117" y="500"/>
                    <a:pt x="251" y="500"/>
                  </a:cubicBezTo>
                  <a:lnTo>
                    <a:pt x="3534" y="500"/>
                  </a:lnTo>
                  <a:cubicBezTo>
                    <a:pt x="3676" y="500"/>
                    <a:pt x="3783" y="393"/>
                    <a:pt x="3783" y="251"/>
                  </a:cubicBezTo>
                  <a:cubicBezTo>
                    <a:pt x="3783" y="108"/>
                    <a:pt x="3676" y="1"/>
                    <a:pt x="35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8"/>
            <p:cNvSpPr/>
            <p:nvPr/>
          </p:nvSpPr>
          <p:spPr>
            <a:xfrm>
              <a:off x="6906170" y="3700107"/>
              <a:ext cx="202758" cy="26788"/>
            </a:xfrm>
            <a:custGeom>
              <a:rect b="b" l="l" r="r" t="t"/>
              <a:pathLst>
                <a:path extrusionOk="0" h="501" w="3792">
                  <a:moveTo>
                    <a:pt x="259" y="1"/>
                  </a:moveTo>
                  <a:cubicBezTo>
                    <a:pt x="116" y="1"/>
                    <a:pt x="0" y="108"/>
                    <a:pt x="0" y="251"/>
                  </a:cubicBezTo>
                  <a:cubicBezTo>
                    <a:pt x="0" y="393"/>
                    <a:pt x="116" y="500"/>
                    <a:pt x="259" y="500"/>
                  </a:cubicBezTo>
                  <a:lnTo>
                    <a:pt x="3533" y="500"/>
                  </a:lnTo>
                  <a:cubicBezTo>
                    <a:pt x="3676" y="500"/>
                    <a:pt x="3792" y="393"/>
                    <a:pt x="3792" y="251"/>
                  </a:cubicBezTo>
                  <a:cubicBezTo>
                    <a:pt x="3792" y="108"/>
                    <a:pt x="3676" y="1"/>
                    <a:pt x="35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8"/>
            <p:cNvSpPr/>
            <p:nvPr/>
          </p:nvSpPr>
          <p:spPr>
            <a:xfrm>
              <a:off x="6780730" y="3693423"/>
              <a:ext cx="39621" cy="39675"/>
            </a:xfrm>
            <a:custGeom>
              <a:rect b="b" l="l" r="r" t="t"/>
              <a:pathLst>
                <a:path extrusionOk="0" h="742" w="741">
                  <a:moveTo>
                    <a:pt x="375" y="1"/>
                  </a:moveTo>
                  <a:cubicBezTo>
                    <a:pt x="170" y="1"/>
                    <a:pt x="0" y="170"/>
                    <a:pt x="0" y="376"/>
                  </a:cubicBezTo>
                  <a:cubicBezTo>
                    <a:pt x="0" y="581"/>
                    <a:pt x="170" y="741"/>
                    <a:pt x="375" y="741"/>
                  </a:cubicBezTo>
                  <a:cubicBezTo>
                    <a:pt x="580" y="741"/>
                    <a:pt x="741" y="581"/>
                    <a:pt x="741" y="376"/>
                  </a:cubicBezTo>
                  <a:cubicBezTo>
                    <a:pt x="741" y="170"/>
                    <a:pt x="580" y="1"/>
                    <a:pt x="3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8"/>
            <p:cNvSpPr/>
            <p:nvPr/>
          </p:nvSpPr>
          <p:spPr>
            <a:xfrm>
              <a:off x="6665769" y="2361165"/>
              <a:ext cx="269542" cy="36306"/>
            </a:xfrm>
            <a:custGeom>
              <a:rect b="b" l="l" r="r" t="t"/>
              <a:pathLst>
                <a:path extrusionOk="0" h="679" w="5041">
                  <a:moveTo>
                    <a:pt x="339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7"/>
                    <a:pt x="152" y="679"/>
                    <a:pt x="339" y="679"/>
                  </a:cubicBezTo>
                  <a:lnTo>
                    <a:pt x="4711" y="679"/>
                  </a:lnTo>
                  <a:cubicBezTo>
                    <a:pt x="4898" y="679"/>
                    <a:pt x="5041" y="527"/>
                    <a:pt x="5041" y="340"/>
                  </a:cubicBezTo>
                  <a:cubicBezTo>
                    <a:pt x="5041" y="152"/>
                    <a:pt x="4898" y="1"/>
                    <a:pt x="47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8"/>
            <p:cNvSpPr/>
            <p:nvPr/>
          </p:nvSpPr>
          <p:spPr>
            <a:xfrm>
              <a:off x="7035888" y="2359240"/>
              <a:ext cx="39194" cy="39675"/>
            </a:xfrm>
            <a:custGeom>
              <a:rect b="b" l="l" r="r" t="t"/>
              <a:pathLst>
                <a:path extrusionOk="0" h="742" w="733">
                  <a:moveTo>
                    <a:pt x="367" y="1"/>
                  </a:moveTo>
                  <a:cubicBezTo>
                    <a:pt x="162" y="1"/>
                    <a:pt x="1" y="170"/>
                    <a:pt x="1" y="376"/>
                  </a:cubicBezTo>
                  <a:cubicBezTo>
                    <a:pt x="1" y="581"/>
                    <a:pt x="162" y="741"/>
                    <a:pt x="367" y="741"/>
                  </a:cubicBezTo>
                  <a:cubicBezTo>
                    <a:pt x="572" y="741"/>
                    <a:pt x="732" y="581"/>
                    <a:pt x="732" y="376"/>
                  </a:cubicBezTo>
                  <a:cubicBezTo>
                    <a:pt x="732" y="170"/>
                    <a:pt x="572" y="1"/>
                    <a:pt x="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8"/>
            <p:cNvSpPr/>
            <p:nvPr/>
          </p:nvSpPr>
          <p:spPr>
            <a:xfrm>
              <a:off x="6257151" y="3409658"/>
              <a:ext cx="193027" cy="176023"/>
            </a:xfrm>
            <a:custGeom>
              <a:rect b="b" l="l" r="r" t="t"/>
              <a:pathLst>
                <a:path extrusionOk="0" h="3292" w="3610">
                  <a:moveTo>
                    <a:pt x="1493" y="1"/>
                  </a:moveTo>
                  <a:cubicBezTo>
                    <a:pt x="869" y="1"/>
                    <a:pt x="0" y="1264"/>
                    <a:pt x="470" y="1882"/>
                  </a:cubicBezTo>
                  <a:lnTo>
                    <a:pt x="1478" y="3015"/>
                  </a:lnTo>
                  <a:cubicBezTo>
                    <a:pt x="1701" y="3203"/>
                    <a:pt x="1977" y="3292"/>
                    <a:pt x="2254" y="3292"/>
                  </a:cubicBezTo>
                  <a:cubicBezTo>
                    <a:pt x="2602" y="3292"/>
                    <a:pt x="2941" y="3149"/>
                    <a:pt x="3182" y="2864"/>
                  </a:cubicBezTo>
                  <a:cubicBezTo>
                    <a:pt x="3610" y="2355"/>
                    <a:pt x="3547" y="1588"/>
                    <a:pt x="3039" y="1160"/>
                  </a:cubicBezTo>
                  <a:lnTo>
                    <a:pt x="1736" y="80"/>
                  </a:lnTo>
                  <a:cubicBezTo>
                    <a:pt x="1663" y="25"/>
                    <a:pt x="1581" y="1"/>
                    <a:pt x="1493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619866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8"/>
            <p:cNvSpPr/>
            <p:nvPr/>
          </p:nvSpPr>
          <p:spPr>
            <a:xfrm>
              <a:off x="6333293" y="3480238"/>
              <a:ext cx="90685" cy="84001"/>
            </a:xfrm>
            <a:custGeom>
              <a:rect b="b" l="l" r="r" t="t"/>
              <a:pathLst>
                <a:path extrusionOk="0" h="1571" w="1696">
                  <a:moveTo>
                    <a:pt x="866" y="0"/>
                  </a:moveTo>
                  <a:cubicBezTo>
                    <a:pt x="625" y="0"/>
                    <a:pt x="402" y="98"/>
                    <a:pt x="250" y="286"/>
                  </a:cubicBezTo>
                  <a:cubicBezTo>
                    <a:pt x="18" y="553"/>
                    <a:pt x="0" y="937"/>
                    <a:pt x="179" y="1222"/>
                  </a:cubicBezTo>
                  <a:lnTo>
                    <a:pt x="339" y="1401"/>
                  </a:lnTo>
                  <a:cubicBezTo>
                    <a:pt x="473" y="1508"/>
                    <a:pt x="651" y="1570"/>
                    <a:pt x="830" y="1570"/>
                  </a:cubicBezTo>
                  <a:cubicBezTo>
                    <a:pt x="1071" y="1570"/>
                    <a:pt x="1294" y="1463"/>
                    <a:pt x="1445" y="1285"/>
                  </a:cubicBezTo>
                  <a:cubicBezTo>
                    <a:pt x="1677" y="1008"/>
                    <a:pt x="1695" y="634"/>
                    <a:pt x="1517" y="348"/>
                  </a:cubicBezTo>
                  <a:lnTo>
                    <a:pt x="1356" y="170"/>
                  </a:lnTo>
                  <a:cubicBezTo>
                    <a:pt x="1214" y="54"/>
                    <a:pt x="1044" y="0"/>
                    <a:pt x="866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8"/>
            <p:cNvSpPr/>
            <p:nvPr/>
          </p:nvSpPr>
          <p:spPr>
            <a:xfrm>
              <a:off x="6233250" y="3246414"/>
              <a:ext cx="245588" cy="204309"/>
            </a:xfrm>
            <a:custGeom>
              <a:rect b="b" l="l" r="r" t="t"/>
              <a:pathLst>
                <a:path extrusionOk="0" h="3821" w="4593">
                  <a:moveTo>
                    <a:pt x="2063" y="0"/>
                  </a:moveTo>
                  <a:cubicBezTo>
                    <a:pt x="1149" y="0"/>
                    <a:pt x="1" y="1824"/>
                    <a:pt x="694" y="2330"/>
                  </a:cubicBezTo>
                  <a:lnTo>
                    <a:pt x="2139" y="3490"/>
                  </a:lnTo>
                  <a:cubicBezTo>
                    <a:pt x="2398" y="3713"/>
                    <a:pt x="2719" y="3820"/>
                    <a:pt x="3031" y="3820"/>
                  </a:cubicBezTo>
                  <a:cubicBezTo>
                    <a:pt x="3432" y="3820"/>
                    <a:pt x="3825" y="3651"/>
                    <a:pt x="4102" y="3321"/>
                  </a:cubicBezTo>
                  <a:cubicBezTo>
                    <a:pt x="4592" y="2741"/>
                    <a:pt x="4521" y="1857"/>
                    <a:pt x="3932" y="1367"/>
                  </a:cubicBezTo>
                  <a:lnTo>
                    <a:pt x="2442" y="127"/>
                  </a:lnTo>
                  <a:cubicBezTo>
                    <a:pt x="2325" y="39"/>
                    <a:pt x="2197" y="0"/>
                    <a:pt x="206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619866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8"/>
            <p:cNvSpPr/>
            <p:nvPr/>
          </p:nvSpPr>
          <p:spPr>
            <a:xfrm>
              <a:off x="6330405" y="3318492"/>
              <a:ext cx="124104" cy="110255"/>
            </a:xfrm>
            <a:custGeom>
              <a:rect b="b" l="l" r="r" t="t"/>
              <a:pathLst>
                <a:path extrusionOk="0" h="2062" w="2321">
                  <a:moveTo>
                    <a:pt x="1107" y="1"/>
                  </a:moveTo>
                  <a:cubicBezTo>
                    <a:pt x="813" y="1"/>
                    <a:pt x="536" y="126"/>
                    <a:pt x="349" y="349"/>
                  </a:cubicBezTo>
                  <a:cubicBezTo>
                    <a:pt x="1" y="768"/>
                    <a:pt x="54" y="1393"/>
                    <a:pt x="465" y="1741"/>
                  </a:cubicBezTo>
                  <a:lnTo>
                    <a:pt x="518" y="1776"/>
                  </a:lnTo>
                  <a:lnTo>
                    <a:pt x="581" y="1830"/>
                  </a:lnTo>
                  <a:cubicBezTo>
                    <a:pt x="759" y="1981"/>
                    <a:pt x="991" y="2062"/>
                    <a:pt x="1214" y="2062"/>
                  </a:cubicBezTo>
                  <a:cubicBezTo>
                    <a:pt x="1508" y="2062"/>
                    <a:pt x="1785" y="1937"/>
                    <a:pt x="1972" y="1714"/>
                  </a:cubicBezTo>
                  <a:cubicBezTo>
                    <a:pt x="2320" y="1303"/>
                    <a:pt x="2267" y="679"/>
                    <a:pt x="1856" y="331"/>
                  </a:cubicBezTo>
                  <a:lnTo>
                    <a:pt x="1803" y="286"/>
                  </a:lnTo>
                  <a:lnTo>
                    <a:pt x="1740" y="242"/>
                  </a:lnTo>
                  <a:cubicBezTo>
                    <a:pt x="1562" y="81"/>
                    <a:pt x="1330" y="1"/>
                    <a:pt x="1107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8"/>
            <p:cNvSpPr/>
            <p:nvPr/>
          </p:nvSpPr>
          <p:spPr>
            <a:xfrm>
              <a:off x="6209296" y="3027241"/>
              <a:ext cx="324830" cy="262217"/>
            </a:xfrm>
            <a:custGeom>
              <a:rect b="b" l="l" r="r" t="t"/>
              <a:pathLst>
                <a:path extrusionOk="0" h="4904" w="6075">
                  <a:moveTo>
                    <a:pt x="2740" y="1"/>
                  </a:moveTo>
                  <a:cubicBezTo>
                    <a:pt x="1563" y="1"/>
                    <a:pt x="0" y="2056"/>
                    <a:pt x="856" y="2665"/>
                  </a:cubicBezTo>
                  <a:lnTo>
                    <a:pt x="3024" y="4493"/>
                  </a:lnTo>
                  <a:cubicBezTo>
                    <a:pt x="3354" y="4770"/>
                    <a:pt x="3747" y="4904"/>
                    <a:pt x="4139" y="4904"/>
                  </a:cubicBezTo>
                  <a:cubicBezTo>
                    <a:pt x="4630" y="4904"/>
                    <a:pt x="5120" y="4690"/>
                    <a:pt x="5459" y="4288"/>
                  </a:cubicBezTo>
                  <a:cubicBezTo>
                    <a:pt x="6075" y="3557"/>
                    <a:pt x="5986" y="2468"/>
                    <a:pt x="5254" y="1853"/>
                  </a:cubicBezTo>
                  <a:lnTo>
                    <a:pt x="3256" y="167"/>
                  </a:lnTo>
                  <a:cubicBezTo>
                    <a:pt x="3101" y="52"/>
                    <a:pt x="2925" y="1"/>
                    <a:pt x="274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619866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8"/>
            <p:cNvSpPr/>
            <p:nvPr/>
          </p:nvSpPr>
          <p:spPr>
            <a:xfrm>
              <a:off x="6341848" y="3117712"/>
              <a:ext cx="167040" cy="149823"/>
            </a:xfrm>
            <a:custGeom>
              <a:rect b="b" l="l" r="r" t="t"/>
              <a:pathLst>
                <a:path extrusionOk="0" h="2802" w="3124">
                  <a:moveTo>
                    <a:pt x="1464" y="0"/>
                  </a:moveTo>
                  <a:cubicBezTo>
                    <a:pt x="1071" y="0"/>
                    <a:pt x="706" y="170"/>
                    <a:pt x="447" y="473"/>
                  </a:cubicBezTo>
                  <a:cubicBezTo>
                    <a:pt x="1" y="999"/>
                    <a:pt x="45" y="1793"/>
                    <a:pt x="545" y="2266"/>
                  </a:cubicBezTo>
                  <a:lnTo>
                    <a:pt x="813" y="2489"/>
                  </a:lnTo>
                  <a:cubicBezTo>
                    <a:pt x="1045" y="2694"/>
                    <a:pt x="1348" y="2801"/>
                    <a:pt x="1660" y="2801"/>
                  </a:cubicBezTo>
                  <a:cubicBezTo>
                    <a:pt x="2053" y="2801"/>
                    <a:pt x="2418" y="2632"/>
                    <a:pt x="2668" y="2338"/>
                  </a:cubicBezTo>
                  <a:cubicBezTo>
                    <a:pt x="3123" y="1802"/>
                    <a:pt x="3070" y="1008"/>
                    <a:pt x="2579" y="536"/>
                  </a:cubicBezTo>
                  <a:lnTo>
                    <a:pt x="2311" y="312"/>
                  </a:lnTo>
                  <a:cubicBezTo>
                    <a:pt x="2071" y="107"/>
                    <a:pt x="1776" y="0"/>
                    <a:pt x="1464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7" name="Google Shape;497;p38"/>
          <p:cNvSpPr/>
          <p:nvPr/>
        </p:nvSpPr>
        <p:spPr>
          <a:xfrm>
            <a:off x="7410517" y="817309"/>
            <a:ext cx="290974" cy="256914"/>
          </a:xfrm>
          <a:custGeom>
            <a:rect b="b" l="l" r="r" t="t"/>
            <a:pathLst>
              <a:path extrusionOk="0" h="17017" w="19273">
                <a:moveTo>
                  <a:pt x="5119" y="1"/>
                </a:moveTo>
                <a:cubicBezTo>
                  <a:pt x="2198" y="1"/>
                  <a:pt x="0" y="2389"/>
                  <a:pt x="0" y="5554"/>
                </a:cubicBezTo>
                <a:cubicBezTo>
                  <a:pt x="0" y="8974"/>
                  <a:pt x="2744" y="11311"/>
                  <a:pt x="6902" y="14855"/>
                </a:cubicBezTo>
                <a:cubicBezTo>
                  <a:pt x="7607" y="15458"/>
                  <a:pt x="8408" y="16138"/>
                  <a:pt x="9239" y="16867"/>
                </a:cubicBezTo>
                <a:cubicBezTo>
                  <a:pt x="9352" y="16966"/>
                  <a:pt x="9493" y="17016"/>
                  <a:pt x="9635" y="17016"/>
                </a:cubicBezTo>
                <a:cubicBezTo>
                  <a:pt x="9776" y="17016"/>
                  <a:pt x="9918" y="16966"/>
                  <a:pt x="10031" y="16867"/>
                </a:cubicBezTo>
                <a:cubicBezTo>
                  <a:pt x="10862" y="16138"/>
                  <a:pt x="11663" y="15458"/>
                  <a:pt x="12370" y="14855"/>
                </a:cubicBezTo>
                <a:cubicBezTo>
                  <a:pt x="16526" y="11314"/>
                  <a:pt x="19272" y="8974"/>
                  <a:pt x="19272" y="5554"/>
                </a:cubicBezTo>
                <a:cubicBezTo>
                  <a:pt x="19272" y="2389"/>
                  <a:pt x="17071" y="1"/>
                  <a:pt x="14153" y="1"/>
                </a:cubicBezTo>
                <a:cubicBezTo>
                  <a:pt x="13105" y="1"/>
                  <a:pt x="12148" y="332"/>
                  <a:pt x="11301" y="986"/>
                </a:cubicBezTo>
                <a:cubicBezTo>
                  <a:pt x="10491" y="1612"/>
                  <a:pt x="9952" y="2410"/>
                  <a:pt x="9636" y="2991"/>
                </a:cubicBezTo>
                <a:cubicBezTo>
                  <a:pt x="9317" y="2410"/>
                  <a:pt x="8778" y="1612"/>
                  <a:pt x="7968" y="986"/>
                </a:cubicBezTo>
                <a:cubicBezTo>
                  <a:pt x="7122" y="332"/>
                  <a:pt x="6164" y="1"/>
                  <a:pt x="511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I App Pitch Deck by Slidesgo">
  <a:themeElements>
    <a:clrScheme name="Simple Light">
      <a:dk1>
        <a:srgbClr val="FFFFFF"/>
      </a:dk1>
      <a:lt1>
        <a:srgbClr val="0B0218"/>
      </a:lt1>
      <a:dk2>
        <a:srgbClr val="CEABFF"/>
      </a:dk2>
      <a:lt2>
        <a:srgbClr val="8134EC"/>
      </a:lt2>
      <a:accent1>
        <a:srgbClr val="240155"/>
      </a:accent1>
      <a:accent2>
        <a:srgbClr val="9101BE"/>
      </a:accent2>
      <a:accent3>
        <a:srgbClr val="4654F0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